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67"/>
  </p:notesMasterIdLst>
  <p:sldIdLst>
    <p:sldId id="257" r:id="rId5"/>
    <p:sldId id="465" r:id="rId6"/>
    <p:sldId id="258" r:id="rId7"/>
    <p:sldId id="259" r:id="rId8"/>
    <p:sldId id="271" r:id="rId9"/>
    <p:sldId id="260" r:id="rId10"/>
    <p:sldId id="261" r:id="rId11"/>
    <p:sldId id="262" r:id="rId12"/>
    <p:sldId id="467" r:id="rId13"/>
    <p:sldId id="466" r:id="rId14"/>
    <p:sldId id="468" r:id="rId15"/>
    <p:sldId id="469" r:id="rId16"/>
    <p:sldId id="470" r:id="rId17"/>
    <p:sldId id="338" r:id="rId18"/>
    <p:sldId id="264" r:id="rId19"/>
    <p:sldId id="266" r:id="rId20"/>
    <p:sldId id="267" r:id="rId21"/>
    <p:sldId id="268" r:id="rId22"/>
    <p:sldId id="269" r:id="rId23"/>
    <p:sldId id="270" r:id="rId24"/>
    <p:sldId id="273" r:id="rId25"/>
    <p:sldId id="274" r:id="rId26"/>
    <p:sldId id="275" r:id="rId27"/>
    <p:sldId id="471" r:id="rId28"/>
    <p:sldId id="272" r:id="rId29"/>
    <p:sldId id="276" r:id="rId30"/>
    <p:sldId id="277" r:id="rId31"/>
    <p:sldId id="279" r:id="rId32"/>
    <p:sldId id="280" r:id="rId33"/>
    <p:sldId id="281" r:id="rId34"/>
    <p:sldId id="282" r:id="rId35"/>
    <p:sldId id="383" r:id="rId36"/>
    <p:sldId id="391" r:id="rId37"/>
    <p:sldId id="419" r:id="rId38"/>
    <p:sldId id="287" r:id="rId39"/>
    <p:sldId id="288" r:id="rId40"/>
    <p:sldId id="415" r:id="rId41"/>
    <p:sldId id="283" r:id="rId42"/>
    <p:sldId id="463" r:id="rId43"/>
    <p:sldId id="284" r:id="rId44"/>
    <p:sldId id="286" r:id="rId45"/>
    <p:sldId id="289" r:id="rId46"/>
    <p:sldId id="263" r:id="rId47"/>
    <p:sldId id="291" r:id="rId48"/>
    <p:sldId id="292" r:id="rId49"/>
    <p:sldId id="290" r:id="rId50"/>
    <p:sldId id="318" r:id="rId51"/>
    <p:sldId id="462" r:id="rId52"/>
    <p:sldId id="408" r:id="rId53"/>
    <p:sldId id="302" r:id="rId54"/>
    <p:sldId id="293" r:id="rId55"/>
    <p:sldId id="294" r:id="rId56"/>
    <p:sldId id="295" r:id="rId57"/>
    <p:sldId id="265" r:id="rId58"/>
    <p:sldId id="336" r:id="rId59"/>
    <p:sldId id="337" r:id="rId60"/>
    <p:sldId id="371" r:id="rId61"/>
    <p:sldId id="298" r:id="rId62"/>
    <p:sldId id="299" r:id="rId63"/>
    <p:sldId id="304" r:id="rId64"/>
    <p:sldId id="305" r:id="rId65"/>
    <p:sldId id="303" r:id="rId6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9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F6F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7" autoAdjust="0"/>
    <p:restoredTop sz="85744" autoAdjust="0"/>
  </p:normalViewPr>
  <p:slideViewPr>
    <p:cSldViewPr showGuides="1">
      <p:cViewPr varScale="1">
        <p:scale>
          <a:sx n="106" d="100"/>
          <a:sy n="106" d="100"/>
        </p:scale>
        <p:origin x="1480" y="184"/>
      </p:cViewPr>
      <p:guideLst>
        <p:guide orient="horz" pos="2159"/>
        <p:guide pos="2918"/>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90204" pitchFamily="34" charset="0"/>
              <a:buNone/>
              <a:defRPr sz="1200"/>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90204" pitchFamily="34" charset="0"/>
              <a:buNone/>
              <a:defRPr sz="1200"/>
            </a:lvl1pPr>
          </a:lstStyle>
          <a:p>
            <a:pPr>
              <a:defRPr/>
            </a:pPr>
            <a:endParaRPr lang="en-US" altLang="zh-CN"/>
          </a:p>
        </p:txBody>
      </p:sp>
      <p:sp>
        <p:nvSpPr>
          <p:cNvPr id="5124" name="Rectangle 4"/>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90204" pitchFamily="34" charset="0"/>
              <a:buNone/>
              <a:defRPr sz="1200"/>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90204" pitchFamily="34" charset="0"/>
              <a:buNone/>
              <a:defRPr sz="1200"/>
            </a:lvl1pPr>
          </a:lstStyle>
          <a:p>
            <a:fld id="{5DD680EE-0FDD-41E8-8C8A-D604DF279FA6}"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B6A01C75-DA19-4DB5-A82C-4F12B210E88C}" type="slidenum">
              <a:rPr lang="en-US" altLang="zh-CN"/>
              <a:t>6</a:t>
            </a:fld>
            <a:endParaRPr lang="en-US" altLang="zh-CN" dirty="0"/>
          </a:p>
        </p:txBody>
      </p:sp>
      <p:sp>
        <p:nvSpPr>
          <p:cNvPr id="11267" name="Rectangle 2"/>
          <p:cNvSpPr>
            <a:spLocks noGrp="1" noRot="1" noChangeAspect="1" noChangeArrowheads="1" noTextEdit="1"/>
          </p:cNvSpPr>
          <p:nvPr>
            <p:ph type="sldImg" idx="4294967295"/>
          </p:nvPr>
        </p:nvSpPr>
        <p:spPr>
          <a:xfrm>
            <a:off x="1141413" y="701675"/>
            <a:ext cx="4578350" cy="3435350"/>
          </a:xfrm>
        </p:spPr>
      </p:sp>
      <p:sp>
        <p:nvSpPr>
          <p:cNvPr id="11268"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63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9B46DF07-D43E-4A4B-BF32-9B832AD6B893}" type="slidenum">
              <a:rPr lang="en-US" altLang="zh-CN"/>
              <a:t>14</a:t>
            </a:fld>
            <a:endParaRPr lang="en-US" altLang="zh-CN"/>
          </a:p>
        </p:txBody>
      </p:sp>
      <p:sp>
        <p:nvSpPr>
          <p:cNvPr id="16387" name="Rectangle 2"/>
          <p:cNvSpPr>
            <a:spLocks noGrp="1" noRot="1" noChangeAspect="1" noChangeArrowheads="1" noTextEdit="1"/>
          </p:cNvSpPr>
          <p:nvPr>
            <p:ph type="sldImg" idx="4294967295"/>
          </p:nvPr>
        </p:nvSpPr>
        <p:spPr>
          <a:xfrm>
            <a:off x="1141413" y="701675"/>
            <a:ext cx="4578350" cy="3435350"/>
          </a:xfrm>
        </p:spPr>
      </p:sp>
      <p:sp>
        <p:nvSpPr>
          <p:cNvPr id="16388"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64C92FAD-ADDB-4B55-AC1B-D28D7483B59D}" type="slidenum">
              <a:rPr lang="en-US" altLang="zh-CN"/>
              <a:t>17</a:t>
            </a:fld>
            <a:endParaRPr lang="en-US" altLang="zh-CN"/>
          </a:p>
        </p:txBody>
      </p:sp>
      <p:sp>
        <p:nvSpPr>
          <p:cNvPr id="20483" name="Rectangle 2"/>
          <p:cNvSpPr>
            <a:spLocks noGrp="1" noRot="1" noChangeAspect="1" noChangeArrowheads="1" noTextEdit="1"/>
          </p:cNvSpPr>
          <p:nvPr>
            <p:ph type="sldImg" idx="4294967295"/>
          </p:nvPr>
        </p:nvSpPr>
        <p:spPr>
          <a:xfrm>
            <a:off x="1141413" y="701675"/>
            <a:ext cx="4578350" cy="3435350"/>
          </a:xfrm>
        </p:spPr>
      </p:sp>
      <p:sp>
        <p:nvSpPr>
          <p:cNvPr id="20484" name="Rectangle 3"/>
          <p:cNvSpPr>
            <a:spLocks noGrp="1" noChangeArrowheads="1"/>
          </p:cNvSpPr>
          <p:nvPr>
            <p:ph type="body" idx="4294967295"/>
          </p:nvPr>
        </p:nvSpPr>
        <p:spPr>
          <a:xfrm>
            <a:off x="912813" y="4371975"/>
            <a:ext cx="5032375" cy="4060825"/>
          </a:xfrm>
        </p:spPr>
        <p:txBody>
          <a:bodyPr anchor="t"/>
          <a:lstStyle/>
          <a:p>
            <a:pPr eaLnBrk="1" hangingPunct="1">
              <a:lnSpc>
                <a:spcPct val="80000"/>
              </a:lnSpc>
            </a:pPr>
            <a:endParaRPr lang="en-US" altLang="zh-CN" sz="1000"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253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34685B82-4D03-4290-90AB-286E5747DA98}" type="slidenum">
              <a:rPr lang="en-US" altLang="zh-CN"/>
              <a:t>18</a:t>
            </a:fld>
            <a:endParaRPr lang="en-US" altLang="zh-CN"/>
          </a:p>
        </p:txBody>
      </p:sp>
      <p:sp>
        <p:nvSpPr>
          <p:cNvPr id="22531" name="Rectangle 2"/>
          <p:cNvSpPr>
            <a:spLocks noGrp="1" noRot="1" noChangeAspect="1" noChangeArrowheads="1" noTextEdit="1"/>
          </p:cNvSpPr>
          <p:nvPr>
            <p:ph type="sldImg" idx="4294967295"/>
          </p:nvPr>
        </p:nvSpPr>
        <p:spPr>
          <a:xfrm>
            <a:off x="1141413" y="701675"/>
            <a:ext cx="4578350" cy="3435350"/>
          </a:xfrm>
        </p:spPr>
      </p:sp>
      <p:sp>
        <p:nvSpPr>
          <p:cNvPr id="22532"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662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BA4F8854-FF20-4340-8D8E-D31AFD57626C}" type="slidenum">
              <a:rPr lang="en-US" altLang="zh-CN"/>
              <a:t>21</a:t>
            </a:fld>
            <a:endParaRPr lang="en-US" altLang="zh-CN"/>
          </a:p>
        </p:txBody>
      </p:sp>
      <p:sp>
        <p:nvSpPr>
          <p:cNvPr id="26627" name="Rectangle 2"/>
          <p:cNvSpPr>
            <a:spLocks noGrp="1" noRot="1" noChangeAspect="1" noChangeArrowheads="1" noTextEdit="1"/>
          </p:cNvSpPr>
          <p:nvPr>
            <p:ph type="sldImg" idx="4294967295"/>
          </p:nvPr>
        </p:nvSpPr>
        <p:spPr>
          <a:xfrm>
            <a:off x="1141413" y="701675"/>
            <a:ext cx="4578350" cy="3435350"/>
          </a:xfrm>
        </p:spPr>
      </p:sp>
      <p:sp>
        <p:nvSpPr>
          <p:cNvPr id="26628"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6BC3646F-47B9-4ACA-A6BA-DC11E7FB3636}" type="slidenum">
              <a:rPr lang="en-US" altLang="zh-CN"/>
              <a:t>26</a:t>
            </a:fld>
            <a:endParaRPr lang="en-US" altLang="zh-CN"/>
          </a:p>
        </p:txBody>
      </p:sp>
      <p:sp>
        <p:nvSpPr>
          <p:cNvPr id="31747" name="Rectangle 2"/>
          <p:cNvSpPr>
            <a:spLocks noGrp="1" noRot="1" noChangeAspect="1" noChangeArrowheads="1" noTextEdit="1"/>
          </p:cNvSpPr>
          <p:nvPr>
            <p:ph type="sldImg" idx="4294967295"/>
          </p:nvPr>
        </p:nvSpPr>
        <p:spPr>
          <a:xfrm>
            <a:off x="1141413" y="701675"/>
            <a:ext cx="4578350" cy="3435350"/>
          </a:xfrm>
        </p:spPr>
      </p:sp>
      <p:sp>
        <p:nvSpPr>
          <p:cNvPr id="31748"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FBDA8E07-D6A1-457E-8B7E-63604DF1CED4}" type="slidenum">
              <a:rPr lang="en-US" altLang="zh-CN"/>
              <a:t>27</a:t>
            </a:fld>
            <a:endParaRPr lang="en-US" altLang="zh-CN"/>
          </a:p>
        </p:txBody>
      </p:sp>
      <p:sp>
        <p:nvSpPr>
          <p:cNvPr id="33795" name="Rectangle 2"/>
          <p:cNvSpPr>
            <a:spLocks noGrp="1" noRot="1" noChangeAspect="1" noChangeArrowheads="1" noTextEdit="1"/>
          </p:cNvSpPr>
          <p:nvPr>
            <p:ph type="sldImg" idx="4294967295"/>
          </p:nvPr>
        </p:nvSpPr>
        <p:spPr>
          <a:xfrm>
            <a:off x="1141413" y="701675"/>
            <a:ext cx="4578350" cy="3435350"/>
          </a:xfrm>
        </p:spPr>
      </p:sp>
      <p:sp>
        <p:nvSpPr>
          <p:cNvPr id="33796"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sz="1000" dirty="0"/>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A38597EB-6DB4-4BC3-899C-7DCDCDA87E29}" type="slidenum">
              <a:rPr lang="en-US" altLang="zh-CN"/>
              <a:t>28</a:t>
            </a:fld>
            <a:endParaRPr lang="en-US" altLang="zh-CN"/>
          </a:p>
        </p:txBody>
      </p:sp>
      <p:sp>
        <p:nvSpPr>
          <p:cNvPr id="37891" name="Rectangle 2"/>
          <p:cNvSpPr>
            <a:spLocks noGrp="1" noRot="1" noChangeAspect="1" noChangeArrowheads="1" noTextEdit="1"/>
          </p:cNvSpPr>
          <p:nvPr>
            <p:ph type="sldImg" idx="4294967295"/>
          </p:nvPr>
        </p:nvSpPr>
        <p:spPr>
          <a:xfrm>
            <a:off x="1141413" y="701675"/>
            <a:ext cx="4578350" cy="3435350"/>
          </a:xfrm>
        </p:spPr>
      </p:sp>
      <p:sp>
        <p:nvSpPr>
          <p:cNvPr id="37892"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sz="1000"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35EC12C2-1B13-4D32-8CCA-B1058227275C}" type="slidenum">
              <a:rPr lang="en-US" altLang="zh-CN"/>
              <a:t>29</a:t>
            </a:fld>
            <a:endParaRPr lang="en-US" altLang="zh-CN"/>
          </a:p>
        </p:txBody>
      </p:sp>
      <p:sp>
        <p:nvSpPr>
          <p:cNvPr id="39939" name="Rectangle 2"/>
          <p:cNvSpPr>
            <a:spLocks noGrp="1" noRot="1" noChangeAspect="1" noChangeArrowheads="1" noTextEdit="1"/>
          </p:cNvSpPr>
          <p:nvPr>
            <p:ph type="sldImg" idx="4294967295"/>
          </p:nvPr>
        </p:nvSpPr>
        <p:spPr>
          <a:xfrm>
            <a:off x="1141413" y="701675"/>
            <a:ext cx="4578350" cy="3435350"/>
          </a:xfrm>
        </p:spPr>
      </p:sp>
      <p:sp>
        <p:nvSpPr>
          <p:cNvPr id="39940"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sz="1000" dirty="0"/>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19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78079D17-EAD2-40B5-BD21-4BE82BB7FFA4}" type="slidenum">
              <a:rPr lang="en-US" altLang="zh-CN"/>
              <a:t>30</a:t>
            </a:fld>
            <a:endParaRPr lang="en-US" altLang="zh-CN"/>
          </a:p>
        </p:txBody>
      </p:sp>
      <p:sp>
        <p:nvSpPr>
          <p:cNvPr id="41987" name="Rectangle 2"/>
          <p:cNvSpPr>
            <a:spLocks noGrp="1" noRot="1" noChangeAspect="1" noChangeArrowheads="1" noTextEdit="1"/>
          </p:cNvSpPr>
          <p:nvPr>
            <p:ph type="sldImg" idx="4294967295"/>
          </p:nvPr>
        </p:nvSpPr>
        <p:spPr>
          <a:xfrm>
            <a:off x="1141413" y="701675"/>
            <a:ext cx="4578350" cy="3435350"/>
          </a:xfrm>
        </p:spPr>
      </p:sp>
      <p:sp>
        <p:nvSpPr>
          <p:cNvPr id="41988"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505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84534EBA-707F-4118-8715-E8AFF61911DA}" type="slidenum">
              <a:rPr lang="en-US" altLang="zh-CN"/>
              <a:t>35</a:t>
            </a:fld>
            <a:endParaRPr lang="en-US" altLang="zh-CN"/>
          </a:p>
        </p:txBody>
      </p:sp>
      <p:sp>
        <p:nvSpPr>
          <p:cNvPr id="45059" name="Rectangle 2"/>
          <p:cNvSpPr>
            <a:spLocks noGrp="1" noRot="1" noChangeAspect="1" noChangeArrowheads="1" noTextEdit="1"/>
          </p:cNvSpPr>
          <p:nvPr>
            <p:ph type="sldImg" idx="4294967295"/>
          </p:nvPr>
        </p:nvSpPr>
        <p:spPr>
          <a:xfrm>
            <a:off x="1141413" y="701675"/>
            <a:ext cx="4578350" cy="3435350"/>
          </a:xfrm>
        </p:spPr>
      </p:sp>
      <p:sp>
        <p:nvSpPr>
          <p:cNvPr id="45060"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915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6C717BB0-914B-46FA-B17E-3C97A1ADFEEB}" type="slidenum">
              <a:rPr lang="en-US" altLang="zh-CN"/>
              <a:t>40</a:t>
            </a:fld>
            <a:endParaRPr lang="en-US" altLang="zh-CN"/>
          </a:p>
        </p:txBody>
      </p:sp>
      <p:sp>
        <p:nvSpPr>
          <p:cNvPr id="49155" name="Rectangle 2"/>
          <p:cNvSpPr>
            <a:spLocks noGrp="1" noRot="1" noChangeAspect="1" noChangeArrowheads="1" noTextEdit="1"/>
          </p:cNvSpPr>
          <p:nvPr>
            <p:ph type="sldImg" idx="4294967295"/>
          </p:nvPr>
        </p:nvSpPr>
        <p:spPr>
          <a:xfrm>
            <a:off x="1141413" y="701675"/>
            <a:ext cx="4578350" cy="3435350"/>
          </a:xfrm>
        </p:spPr>
      </p:sp>
      <p:sp>
        <p:nvSpPr>
          <p:cNvPr id="49156"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96AEDC95-362C-4D3B-A2A1-B95C16FEB824}" type="slidenum">
              <a:rPr lang="en-US" altLang="zh-CN"/>
              <a:t>42</a:t>
            </a:fld>
            <a:endParaRPr lang="en-US" altLang="zh-CN"/>
          </a:p>
        </p:txBody>
      </p:sp>
      <p:sp>
        <p:nvSpPr>
          <p:cNvPr id="54275" name="Rectangle 2"/>
          <p:cNvSpPr>
            <a:spLocks noGrp="1" noRot="1" noChangeAspect="1" noChangeArrowheads="1" noTextEdit="1"/>
          </p:cNvSpPr>
          <p:nvPr>
            <p:ph type="sldImg" idx="4294967295"/>
          </p:nvPr>
        </p:nvSpPr>
        <p:spPr>
          <a:xfrm>
            <a:off x="1141413" y="701675"/>
            <a:ext cx="4578350" cy="3435350"/>
          </a:xfrm>
        </p:spPr>
      </p:sp>
      <p:sp>
        <p:nvSpPr>
          <p:cNvPr id="54276"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CAC8AB75-75E3-4A6E-BC76-0FB17B67B8CE}" type="slidenum">
              <a:rPr lang="en-US" altLang="zh-CN"/>
              <a:t>47</a:t>
            </a:fld>
            <a:endParaRPr lang="en-US" altLang="zh-CN"/>
          </a:p>
        </p:txBody>
      </p:sp>
      <p:sp>
        <p:nvSpPr>
          <p:cNvPr id="57347" name="Rectangle 2"/>
          <p:cNvSpPr>
            <a:spLocks noGrp="1" noRot="1" noChangeAspect="1" noChangeArrowheads="1" noTextEdit="1"/>
          </p:cNvSpPr>
          <p:nvPr>
            <p:ph type="sldImg" idx="4294967295"/>
          </p:nvPr>
        </p:nvSpPr>
        <p:spPr>
          <a:xfrm>
            <a:off x="1141413" y="701675"/>
            <a:ext cx="4578350" cy="3435350"/>
          </a:xfrm>
        </p:spPr>
      </p:sp>
      <p:sp>
        <p:nvSpPr>
          <p:cNvPr id="57348"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2B5C7756-51CB-447F-A124-D75E5B31F2AA}" type="slidenum">
              <a:rPr lang="en-US" altLang="zh-CN"/>
              <a:t>52</a:t>
            </a:fld>
            <a:endParaRPr lang="en-US" altLang="zh-CN"/>
          </a:p>
        </p:txBody>
      </p:sp>
      <p:sp>
        <p:nvSpPr>
          <p:cNvPr id="63491" name="Rectangle 2"/>
          <p:cNvSpPr>
            <a:spLocks noGrp="1" noRot="1" noChangeAspect="1" noChangeArrowheads="1" noTextEdit="1"/>
          </p:cNvSpPr>
          <p:nvPr>
            <p:ph type="sldImg" idx="4294967295"/>
          </p:nvPr>
        </p:nvSpPr>
        <p:spPr>
          <a:xfrm>
            <a:off x="1141413" y="701675"/>
            <a:ext cx="4578350" cy="3435350"/>
          </a:xfrm>
        </p:spPr>
      </p:sp>
      <p:sp>
        <p:nvSpPr>
          <p:cNvPr id="63492"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r" eaLnBrk="1" hangingPunct="1"/>
            <a:fld id="{09664D73-0295-491D-A2B5-6244B50A2BDD}" type="slidenum">
              <a:rPr lang="en-US" altLang="zh-CN"/>
              <a:t>53</a:t>
            </a:fld>
            <a:endParaRPr lang="en-US" altLang="zh-CN"/>
          </a:p>
        </p:txBody>
      </p:sp>
      <p:sp>
        <p:nvSpPr>
          <p:cNvPr id="65539" name="Rectangle 2"/>
          <p:cNvSpPr>
            <a:spLocks noGrp="1" noRot="1" noChangeAspect="1" noChangeArrowheads="1" noTextEdit="1"/>
          </p:cNvSpPr>
          <p:nvPr>
            <p:ph type="sldImg" idx="4294967295"/>
          </p:nvPr>
        </p:nvSpPr>
        <p:spPr>
          <a:xfrm>
            <a:off x="1141413" y="701675"/>
            <a:ext cx="4578350" cy="3435350"/>
          </a:xfrm>
        </p:spPr>
      </p:sp>
      <p:sp>
        <p:nvSpPr>
          <p:cNvPr id="65540" name="Rectangle 3"/>
          <p:cNvSpPr>
            <a:spLocks noGrp="1" noChangeArrowheads="1"/>
          </p:cNvSpPr>
          <p:nvPr>
            <p:ph type="body" idx="4294967295"/>
          </p:nvPr>
        </p:nvSpPr>
        <p:spPr>
          <a:xfrm>
            <a:off x="912813" y="4371975"/>
            <a:ext cx="5032375" cy="4060825"/>
          </a:xfrm>
        </p:spPr>
        <p:txBody>
          <a:bodyPr anchor="t"/>
          <a:lstStyle/>
          <a:p>
            <a:pPr eaLnBrk="1" hangingPunct="1"/>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29BEE6B8-0481-4C2F-BF89-90ECCFE33F4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82EC5D47-5F3C-4A9F-97C1-D25AA54BC904}"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编辑母版文本样式</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0A71485E-66E2-4A1D-82C6-36041DAAC999}"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hasCustomPrompt="1"/>
          </p:nvPr>
        </p:nvSpPr>
        <p:spPr>
          <a:xfrm>
            <a:off x="457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hasCustomPrompt="1"/>
          </p:nvPr>
        </p:nvSpPr>
        <p:spPr>
          <a:xfrm>
            <a:off x="4648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6027D406-FE38-420E-892A-C759925E5718}"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8"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9" name="Rectangle 13"/>
          <p:cNvSpPr>
            <a:spLocks noGrp="1" noChangeArrowheads="1"/>
          </p:cNvSpPr>
          <p:nvPr>
            <p:ph type="sldNum" sz="quarter" idx="12"/>
          </p:nvPr>
        </p:nvSpPr>
        <p:spPr/>
        <p:txBody>
          <a:bodyPr/>
          <a:lstStyle>
            <a:lvl1pPr>
              <a:defRPr/>
            </a:lvl1pPr>
          </a:lstStyle>
          <a:p>
            <a:fld id="{2B9A332F-53F8-4D73-880B-DADB5A1460D5}"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4"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5" name="Rectangle 13"/>
          <p:cNvSpPr>
            <a:spLocks noGrp="1" noChangeArrowheads="1"/>
          </p:cNvSpPr>
          <p:nvPr>
            <p:ph type="sldNum" sz="quarter" idx="12"/>
          </p:nvPr>
        </p:nvSpPr>
        <p:spPr/>
        <p:txBody>
          <a:bodyPr/>
          <a:lstStyle>
            <a:lvl1pPr>
              <a:defRPr/>
            </a:lvl1pPr>
          </a:lstStyle>
          <a:p>
            <a:fld id="{AC777FE7-32C1-453B-880F-C9C0AB564C60}"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3"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4" name="Rectangle 13"/>
          <p:cNvSpPr>
            <a:spLocks noGrp="1" noChangeArrowheads="1"/>
          </p:cNvSpPr>
          <p:nvPr>
            <p:ph type="sldNum" sz="quarter" idx="12"/>
          </p:nvPr>
        </p:nvSpPr>
        <p:spPr/>
        <p:txBody>
          <a:bodyPr/>
          <a:lstStyle>
            <a:lvl1pPr>
              <a:defRPr/>
            </a:lvl1pPr>
          </a:lstStyle>
          <a:p>
            <a:fld id="{9D6154F1-9F00-4330-9669-3E40735C51F4}"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E762D1AA-CF82-4675-987C-825DD64A9F08}"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9F2025AA-EB0D-4765-80D0-6C08FCF71C4F}"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726FB37C-DCF1-447C-8677-60B191D920EA}"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731838"/>
            <a:ext cx="2057400" cy="5567362"/>
          </a:xfrm>
        </p:spPr>
        <p:txBody>
          <a:bodyPr vert="eaVert"/>
          <a:lstStyle/>
          <a:p>
            <a:r>
              <a:rPr lang="zh-CN" altLang="en-US" noProof="1"/>
              <a:t>单击此处编辑母版标题样式</a:t>
            </a:r>
          </a:p>
        </p:txBody>
      </p:sp>
      <p:sp>
        <p:nvSpPr>
          <p:cNvPr id="3" name="竖排文字占位符 2"/>
          <p:cNvSpPr>
            <a:spLocks noGrp="1"/>
          </p:cNvSpPr>
          <p:nvPr>
            <p:ph type="body" orient="vert" idx="1" hasCustomPrompt="1"/>
          </p:nvPr>
        </p:nvSpPr>
        <p:spPr>
          <a:xfrm>
            <a:off x="457200" y="731838"/>
            <a:ext cx="6019800" cy="5567362"/>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B3FE7C65-ECE4-434E-AD54-8EB1CF92062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C175794C-B75F-4F55-AF30-FE2D5552EC14}"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380B82BE-DC28-4889-9980-26E526C72586}"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编辑母版文本样式</a:t>
            </a:r>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F7458BB6-F80A-44E8-970B-A3ADFAD9CD94}"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hasCustomPrompt="1"/>
          </p:nvPr>
        </p:nvSpPr>
        <p:spPr>
          <a:xfrm>
            <a:off x="457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hasCustomPrompt="1"/>
          </p:nvPr>
        </p:nvSpPr>
        <p:spPr>
          <a:xfrm>
            <a:off x="4648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8D531F19-BC8D-476C-B924-81434C35B6C2}"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0"/>
          <p:cNvSpPr>
            <a:spLocks noGrp="1" noChangeArrowheads="1"/>
          </p:cNvSpPr>
          <p:nvPr>
            <p:ph type="dt" sz="half" idx="10"/>
          </p:nvPr>
        </p:nvSpPr>
        <p:spPr/>
        <p:txBody>
          <a:bodyPr/>
          <a:lstStyle>
            <a:lvl1pPr>
              <a:defRPr/>
            </a:lvl1pPr>
          </a:lstStyle>
          <a:p>
            <a:pPr>
              <a:defRPr/>
            </a:pPr>
            <a:endParaRPr lang="en-US" altLang="zh-CN"/>
          </a:p>
        </p:txBody>
      </p:sp>
      <p:sp>
        <p:nvSpPr>
          <p:cNvPr id="8" name="Rectangle 11"/>
          <p:cNvSpPr>
            <a:spLocks noGrp="1" noChangeArrowheads="1"/>
          </p:cNvSpPr>
          <p:nvPr>
            <p:ph type="ftr" sz="quarter" idx="11"/>
          </p:nvPr>
        </p:nvSpPr>
        <p:spPr/>
        <p:txBody>
          <a:bodyPr/>
          <a:lstStyle>
            <a:lvl1pPr>
              <a:defRPr/>
            </a:lvl1pPr>
          </a:lstStyle>
          <a:p>
            <a:pPr>
              <a:defRPr/>
            </a:pPr>
            <a:endParaRPr lang="en-US" altLang="zh-CN"/>
          </a:p>
        </p:txBody>
      </p:sp>
      <p:sp>
        <p:nvSpPr>
          <p:cNvPr id="9" name="Rectangle 12"/>
          <p:cNvSpPr>
            <a:spLocks noGrp="1" noChangeArrowheads="1"/>
          </p:cNvSpPr>
          <p:nvPr>
            <p:ph type="sldNum" sz="quarter" idx="12"/>
          </p:nvPr>
        </p:nvSpPr>
        <p:spPr/>
        <p:txBody>
          <a:bodyPr/>
          <a:lstStyle>
            <a:lvl1pPr>
              <a:defRPr/>
            </a:lvl1pPr>
          </a:lstStyle>
          <a:p>
            <a:fld id="{DE3838A2-E4CD-4499-B193-515F13CCE873}"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0"/>
          <p:cNvSpPr>
            <a:spLocks noGrp="1" noChangeArrowheads="1"/>
          </p:cNvSpPr>
          <p:nvPr>
            <p:ph type="dt" sz="half" idx="10"/>
          </p:nvPr>
        </p:nvSpPr>
        <p:spPr/>
        <p:txBody>
          <a:bodyPr/>
          <a:lstStyle>
            <a:lvl1pPr>
              <a:defRPr/>
            </a:lvl1pPr>
          </a:lstStyle>
          <a:p>
            <a:pPr>
              <a:defRPr/>
            </a:pPr>
            <a:endParaRPr lang="en-US" altLang="zh-CN"/>
          </a:p>
        </p:txBody>
      </p:sp>
      <p:sp>
        <p:nvSpPr>
          <p:cNvPr id="4" name="Rectangle 11"/>
          <p:cNvSpPr>
            <a:spLocks noGrp="1" noChangeArrowheads="1"/>
          </p:cNvSpPr>
          <p:nvPr>
            <p:ph type="ftr" sz="quarter" idx="11"/>
          </p:nvPr>
        </p:nvSpPr>
        <p:spPr/>
        <p:txBody>
          <a:bodyPr/>
          <a:lstStyle>
            <a:lvl1pPr>
              <a:defRPr/>
            </a:lvl1pPr>
          </a:lstStyle>
          <a:p>
            <a:pPr>
              <a:defRPr/>
            </a:pPr>
            <a:endParaRPr lang="en-US" altLang="zh-CN"/>
          </a:p>
        </p:txBody>
      </p:sp>
      <p:sp>
        <p:nvSpPr>
          <p:cNvPr id="5" name="Rectangle 12"/>
          <p:cNvSpPr>
            <a:spLocks noGrp="1" noChangeArrowheads="1"/>
          </p:cNvSpPr>
          <p:nvPr>
            <p:ph type="sldNum" sz="quarter" idx="12"/>
          </p:nvPr>
        </p:nvSpPr>
        <p:spPr/>
        <p:txBody>
          <a:bodyPr/>
          <a:lstStyle>
            <a:lvl1pPr>
              <a:defRPr/>
            </a:lvl1pPr>
          </a:lstStyle>
          <a:p>
            <a:fld id="{2B883473-D020-4291-ACAE-9EB99C5822D0}"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p:txBody>
          <a:bodyPr/>
          <a:lstStyle>
            <a:lvl1pPr>
              <a:defRPr/>
            </a:lvl1pPr>
          </a:lstStyle>
          <a:p>
            <a:pPr>
              <a:defRPr/>
            </a:pPr>
            <a:endParaRPr lang="en-US" altLang="zh-CN"/>
          </a:p>
        </p:txBody>
      </p:sp>
      <p:sp>
        <p:nvSpPr>
          <p:cNvPr id="3" name="Rectangle 11"/>
          <p:cNvSpPr>
            <a:spLocks noGrp="1" noChangeArrowheads="1"/>
          </p:cNvSpPr>
          <p:nvPr>
            <p:ph type="ftr" sz="quarter" idx="11"/>
          </p:nvPr>
        </p:nvSpPr>
        <p:spPr/>
        <p:txBody>
          <a:bodyPr/>
          <a:lstStyle>
            <a:lvl1pPr>
              <a:defRPr/>
            </a:lvl1pPr>
          </a:lstStyle>
          <a:p>
            <a:pPr>
              <a:defRPr/>
            </a:pPr>
            <a:endParaRPr lang="en-US" altLang="zh-CN"/>
          </a:p>
        </p:txBody>
      </p:sp>
      <p:sp>
        <p:nvSpPr>
          <p:cNvPr id="4" name="Rectangle 12"/>
          <p:cNvSpPr>
            <a:spLocks noGrp="1" noChangeArrowheads="1"/>
          </p:cNvSpPr>
          <p:nvPr>
            <p:ph type="sldNum" sz="quarter" idx="12"/>
          </p:nvPr>
        </p:nvSpPr>
        <p:spPr/>
        <p:txBody>
          <a:bodyPr/>
          <a:lstStyle>
            <a:lvl1pPr>
              <a:defRPr/>
            </a:lvl1pPr>
          </a:lstStyle>
          <a:p>
            <a:fld id="{5752D70D-A963-4B99-A1AC-0B11B29CD234}"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6DBA1405-03F7-42F5-967D-19F3D7E8F7F3}"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E872D6E0-955F-4FD0-9B1A-2211C8393A08}"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DA684FF3-75FC-410B-8FF9-DB9B01EE8B17}"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731838"/>
            <a:ext cx="2057400" cy="5567362"/>
          </a:xfrm>
        </p:spPr>
        <p:txBody>
          <a:bodyPr vert="eaVert"/>
          <a:lstStyle/>
          <a:p>
            <a:r>
              <a:rPr lang="zh-CN" altLang="en-US" noProof="1"/>
              <a:t>单击此处编辑母版标题样式</a:t>
            </a:r>
          </a:p>
        </p:txBody>
      </p:sp>
      <p:sp>
        <p:nvSpPr>
          <p:cNvPr id="3" name="竖排文字占位符 2"/>
          <p:cNvSpPr>
            <a:spLocks noGrp="1"/>
          </p:cNvSpPr>
          <p:nvPr>
            <p:ph type="body" orient="vert" idx="1" hasCustomPrompt="1"/>
          </p:nvPr>
        </p:nvSpPr>
        <p:spPr>
          <a:xfrm>
            <a:off x="457200" y="731838"/>
            <a:ext cx="6019800" cy="5567362"/>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A3AF260F-38A9-4F89-BE30-342DE654CB92}" type="slidenum">
              <a:rPr lang="en-US" altLang="zh-CN"/>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69DC6336-A0E2-4344-8AC0-57E57977746E}" type="slidenum">
              <a:rPr lang="en-US" altLang="zh-CN"/>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1FF6E97F-4DE3-49F9-BD86-1E5B62062BAB}" type="slidenum">
              <a:rPr lang="en-US" altLang="zh-CN"/>
              <a:t>‹#›</a:t>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编辑母版文本样式</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DC6F6683-1F47-4D0A-BF97-B0F9C5625A6D}" type="slidenum">
              <a:rPr lang="en-US" altLang="zh-CN"/>
              <a:t>‹#›</a:t>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hasCustomPrompt="1"/>
          </p:nvPr>
        </p:nvSpPr>
        <p:spPr>
          <a:xfrm>
            <a:off x="457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hasCustomPrompt="1"/>
          </p:nvPr>
        </p:nvSpPr>
        <p:spPr>
          <a:xfrm>
            <a:off x="4648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F92CB748-92AE-404B-BF2F-FC78F1CC0BB2}" type="slidenum">
              <a:rPr lang="en-US" altLang="zh-CN"/>
              <a:t>‹#›</a:t>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8"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9" name="Rectangle 13"/>
          <p:cNvSpPr>
            <a:spLocks noGrp="1" noChangeArrowheads="1"/>
          </p:cNvSpPr>
          <p:nvPr>
            <p:ph type="sldNum" sz="quarter" idx="12"/>
          </p:nvPr>
        </p:nvSpPr>
        <p:spPr/>
        <p:txBody>
          <a:bodyPr/>
          <a:lstStyle>
            <a:lvl1pPr>
              <a:defRPr/>
            </a:lvl1pPr>
          </a:lstStyle>
          <a:p>
            <a:fld id="{A6610318-5A92-4F0B-AF0A-6B93FD303513}" type="slidenum">
              <a:rPr lang="en-US" altLang="zh-CN"/>
              <a:t>‹#›</a:t>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4"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5" name="Rectangle 13"/>
          <p:cNvSpPr>
            <a:spLocks noGrp="1" noChangeArrowheads="1"/>
          </p:cNvSpPr>
          <p:nvPr>
            <p:ph type="sldNum" sz="quarter" idx="12"/>
          </p:nvPr>
        </p:nvSpPr>
        <p:spPr/>
        <p:txBody>
          <a:bodyPr/>
          <a:lstStyle>
            <a:lvl1pPr>
              <a:defRPr/>
            </a:lvl1pPr>
          </a:lstStyle>
          <a:p>
            <a:fld id="{7C71ABDC-69CA-4102-9A5E-1B3BE62F96A2}" type="slidenum">
              <a:rPr lang="en-US" altLang="zh-CN"/>
              <a:t>‹#›</a:t>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3"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4" name="Rectangle 13"/>
          <p:cNvSpPr>
            <a:spLocks noGrp="1" noChangeArrowheads="1"/>
          </p:cNvSpPr>
          <p:nvPr>
            <p:ph type="sldNum" sz="quarter" idx="12"/>
          </p:nvPr>
        </p:nvSpPr>
        <p:spPr/>
        <p:txBody>
          <a:bodyPr/>
          <a:lstStyle>
            <a:lvl1pPr>
              <a:defRPr/>
            </a:lvl1pPr>
          </a:lstStyle>
          <a:p>
            <a:fld id="{A36F219A-A777-425F-BF28-D962A81528D0}" type="slidenum">
              <a:rPr lang="en-US" altLang="zh-CN"/>
              <a:t>‹#›</a:t>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427E7072-A46F-48C0-BAEC-DB92F1A5C709}" type="slidenum">
              <a:rPr lang="en-US" altLang="zh-CN"/>
              <a:t>‹#›</a:t>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9FD08DF5-0A23-4526-AC80-3398ECF381C2}" type="slidenum">
              <a:rPr lang="en-US" altLang="zh-CN"/>
              <a:t>‹#›</a:t>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26448DD0-01F6-4CFD-B9F8-50D38F4F1555}" type="slidenum">
              <a:rPr lang="en-US" altLang="zh-CN"/>
              <a:t>‹#›</a:t>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731838"/>
            <a:ext cx="2057400" cy="5567362"/>
          </a:xfrm>
        </p:spPr>
        <p:txBody>
          <a:bodyPr vert="eaVert"/>
          <a:lstStyle/>
          <a:p>
            <a:r>
              <a:rPr lang="zh-CN" altLang="en-US" noProof="1"/>
              <a:t>单击此处编辑母版标题样式</a:t>
            </a:r>
          </a:p>
        </p:txBody>
      </p:sp>
      <p:sp>
        <p:nvSpPr>
          <p:cNvPr id="3" name="竖排文字占位符 2"/>
          <p:cNvSpPr>
            <a:spLocks noGrp="1"/>
          </p:cNvSpPr>
          <p:nvPr>
            <p:ph type="body" orient="vert" idx="1" hasCustomPrompt="1"/>
          </p:nvPr>
        </p:nvSpPr>
        <p:spPr>
          <a:xfrm>
            <a:off x="457200" y="731838"/>
            <a:ext cx="6019800" cy="5567362"/>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1F6432AC-450A-4A6E-8BC0-DFFC6F26CE1F}" type="slidenum">
              <a:rPr lang="en-US" altLang="zh-CN"/>
              <a:t>‹#›</a:t>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C9D550FE-B38C-474E-8C25-79B13390E69F}" type="slidenum">
              <a:rPr lang="en-US" altLang="zh-CN"/>
              <a:t>‹#›</a:t>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ECF88670-05E4-47EF-989A-EEEEE6A6E018}" type="slidenum">
              <a:rPr lang="en-US" altLang="zh-CN"/>
              <a:t>‹#›</a:t>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编辑母版文本样式</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96A0DEFB-6B0B-450D-BE37-9F3D289B97B0}" type="slidenum">
              <a:rPr lang="en-US" altLang="zh-CN"/>
              <a:t>‹#›</a:t>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hasCustomPrompt="1"/>
          </p:nvPr>
        </p:nvSpPr>
        <p:spPr>
          <a:xfrm>
            <a:off x="457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hasCustomPrompt="1"/>
          </p:nvPr>
        </p:nvSpPr>
        <p:spPr>
          <a:xfrm>
            <a:off x="4648200" y="1419225"/>
            <a:ext cx="4038600" cy="487997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3DAF5A1D-CA89-44B7-89B6-6750E8DC2C11}" type="slidenum">
              <a:rPr lang="en-US" altLang="zh-CN"/>
              <a:t>‹#›</a:t>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8"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9" name="Rectangle 13"/>
          <p:cNvSpPr>
            <a:spLocks noGrp="1" noChangeArrowheads="1"/>
          </p:cNvSpPr>
          <p:nvPr>
            <p:ph type="sldNum" sz="quarter" idx="12"/>
          </p:nvPr>
        </p:nvSpPr>
        <p:spPr/>
        <p:txBody>
          <a:bodyPr/>
          <a:lstStyle>
            <a:lvl1pPr>
              <a:defRPr/>
            </a:lvl1pPr>
          </a:lstStyle>
          <a:p>
            <a:fld id="{3F45757C-4011-430B-9506-209D3BA24F26}" type="slidenum">
              <a:rPr lang="en-US" altLang="zh-CN"/>
              <a:t>‹#›</a:t>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4"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5" name="Rectangle 13"/>
          <p:cNvSpPr>
            <a:spLocks noGrp="1" noChangeArrowheads="1"/>
          </p:cNvSpPr>
          <p:nvPr>
            <p:ph type="sldNum" sz="quarter" idx="12"/>
          </p:nvPr>
        </p:nvSpPr>
        <p:spPr/>
        <p:txBody>
          <a:bodyPr/>
          <a:lstStyle>
            <a:lvl1pPr>
              <a:defRPr/>
            </a:lvl1pPr>
          </a:lstStyle>
          <a:p>
            <a:fld id="{3C4EE79D-C663-4DA3-810C-CC6EA6A3D8BC}" type="slidenum">
              <a:rPr lang="en-US" altLang="zh-CN"/>
              <a:t>‹#›</a:t>
            </a:fld>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3"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4" name="Rectangle 13"/>
          <p:cNvSpPr>
            <a:spLocks noGrp="1" noChangeArrowheads="1"/>
          </p:cNvSpPr>
          <p:nvPr>
            <p:ph type="sldNum" sz="quarter" idx="12"/>
          </p:nvPr>
        </p:nvSpPr>
        <p:spPr/>
        <p:txBody>
          <a:bodyPr/>
          <a:lstStyle>
            <a:lvl1pPr>
              <a:defRPr/>
            </a:lvl1pPr>
          </a:lstStyle>
          <a:p>
            <a:fld id="{63F61EC3-4000-45CB-89C5-3846E39B2463}" type="slidenum">
              <a:rPr lang="en-US" altLang="zh-CN"/>
              <a:t>‹#›</a:t>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9DCED210-A4DA-49D8-BDCB-4574AB1AB847}" type="slidenum">
              <a:rPr lang="en-US" altLang="zh-CN"/>
              <a:t>‹#›</a:t>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6"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13"/>
          <p:cNvSpPr>
            <a:spLocks noGrp="1" noChangeArrowheads="1"/>
          </p:cNvSpPr>
          <p:nvPr>
            <p:ph type="sldNum" sz="quarter" idx="12"/>
          </p:nvPr>
        </p:nvSpPr>
        <p:spPr/>
        <p:txBody>
          <a:bodyPr/>
          <a:lstStyle>
            <a:lvl1pPr>
              <a:defRPr/>
            </a:lvl1pPr>
          </a:lstStyle>
          <a:p>
            <a:fld id="{78ECEABB-4D59-43A1-BD14-ACCBA8908D3A}" type="slidenum">
              <a:rPr lang="en-US" altLang="zh-CN"/>
              <a:t>‹#›</a:t>
            </a:fld>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8A7C5FF2-1D8A-4C2D-800A-717560B90067}" type="slidenum">
              <a:rPr lang="en-US" altLang="zh-CN"/>
              <a:t>‹#›</a:t>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731838"/>
            <a:ext cx="2057400" cy="5567362"/>
          </a:xfrm>
        </p:spPr>
        <p:txBody>
          <a:bodyPr vert="eaVert"/>
          <a:lstStyle/>
          <a:p>
            <a:r>
              <a:rPr lang="zh-CN" altLang="en-US" noProof="1"/>
              <a:t>单击此处编辑母版标题样式</a:t>
            </a:r>
          </a:p>
        </p:txBody>
      </p:sp>
      <p:sp>
        <p:nvSpPr>
          <p:cNvPr id="3" name="竖排文字占位符 2"/>
          <p:cNvSpPr>
            <a:spLocks noGrp="1"/>
          </p:cNvSpPr>
          <p:nvPr>
            <p:ph type="body" orient="vert" idx="1" hasCustomPrompt="1"/>
          </p:nvPr>
        </p:nvSpPr>
        <p:spPr>
          <a:xfrm>
            <a:off x="457200" y="731838"/>
            <a:ext cx="6019800" cy="5567362"/>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r>
              <a:rPr lang="en-US" altLang="zh-CN"/>
              <a:t>www.themegallery.com</a:t>
            </a:r>
          </a:p>
        </p:txBody>
      </p:sp>
      <p:sp>
        <p:nvSpPr>
          <p:cNvPr id="5" name="Rectangle 12"/>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13"/>
          <p:cNvSpPr>
            <a:spLocks noGrp="1" noChangeArrowheads="1"/>
          </p:cNvSpPr>
          <p:nvPr>
            <p:ph type="sldNum" sz="quarter" idx="12"/>
          </p:nvPr>
        </p:nvSpPr>
        <p:spPr/>
        <p:txBody>
          <a:bodyPr/>
          <a:lstStyle>
            <a:lvl1pPr>
              <a:defRPr/>
            </a:lvl1pPr>
          </a:lstStyle>
          <a:p>
            <a:fld id="{22AEFECF-B859-465C-8C56-3EA939BFC832}"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descr="a1"/>
          <p:cNvSpPr>
            <a:spLocks noChangeArrowheads="1"/>
          </p:cNvSpPr>
          <p:nvPr/>
        </p:nvSpPr>
        <p:spPr bwMode="auto">
          <a:xfrm>
            <a:off x="592138" y="0"/>
            <a:ext cx="2066925" cy="838200"/>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7" name="Rectangle 3"/>
          <p:cNvSpPr>
            <a:spLocks noChangeArrowheads="1"/>
          </p:cNvSpPr>
          <p:nvPr/>
        </p:nvSpPr>
        <p:spPr bwMode="auto">
          <a:xfrm>
            <a:off x="2730500" y="0"/>
            <a:ext cx="2138363" cy="838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8" name="Rectangle 4" descr="a2"/>
          <p:cNvSpPr>
            <a:spLocks noChangeArrowheads="1"/>
          </p:cNvSpPr>
          <p:nvPr/>
        </p:nvSpPr>
        <p:spPr bwMode="auto">
          <a:xfrm>
            <a:off x="4938713" y="0"/>
            <a:ext cx="2066925" cy="838200"/>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9" name="Rectangle 5"/>
          <p:cNvSpPr>
            <a:spLocks noChangeArrowheads="1"/>
          </p:cNvSpPr>
          <p:nvPr/>
        </p:nvSpPr>
        <p:spPr bwMode="auto">
          <a:xfrm>
            <a:off x="7077075" y="0"/>
            <a:ext cx="2066925"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30" name="Rectangle 6"/>
          <p:cNvSpPr>
            <a:spLocks noChangeArrowheads="1"/>
          </p:cNvSpPr>
          <p:nvPr/>
        </p:nvSpPr>
        <p:spPr bwMode="auto">
          <a:xfrm>
            <a:off x="457200" y="6477000"/>
            <a:ext cx="8686800" cy="381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grpSp>
        <p:nvGrpSpPr>
          <p:cNvPr id="1031" name="Group 7"/>
          <p:cNvGrpSpPr/>
          <p:nvPr/>
        </p:nvGrpSpPr>
        <p:grpSpPr bwMode="auto">
          <a:xfrm>
            <a:off x="0" y="685800"/>
            <a:ext cx="9144000" cy="609600"/>
            <a:chOff x="0" y="0"/>
            <a:chExt cx="5760" cy="384"/>
          </a:xfrm>
        </p:grpSpPr>
        <p:sp>
          <p:nvSpPr>
            <p:cNvPr id="2" name="Rectangle 8"/>
            <p:cNvSpPr>
              <a:spLocks noChangeArrowheads="1"/>
            </p:cNvSpPr>
            <p:nvPr/>
          </p:nvSpPr>
          <p:spPr bwMode="auto">
            <a:xfrm>
              <a:off x="0" y="0"/>
              <a:ext cx="5760" cy="9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33" name="Rectangle 9"/>
            <p:cNvSpPr>
              <a:spLocks noChangeArrowheads="1"/>
            </p:cNvSpPr>
            <p:nvPr/>
          </p:nvSpPr>
          <p:spPr bwMode="auto">
            <a:xfrm>
              <a:off x="362" y="0"/>
              <a:ext cx="5398" cy="38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grpSp>
      <p:sp>
        <p:nvSpPr>
          <p:cNvPr id="1032" name="Rectangle 10"/>
          <p:cNvSpPr>
            <a:spLocks noGrp="1" noChangeArrowheads="1"/>
          </p:cNvSpPr>
          <p:nvPr>
            <p:ph type="body" idx="4294967295"/>
          </p:nvPr>
        </p:nvSpPr>
        <p:spPr bwMode="auto">
          <a:xfrm>
            <a:off x="457200" y="1419225"/>
            <a:ext cx="82296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5" name="Rectangle 11"/>
          <p:cNvSpPr>
            <a:spLocks noGrp="1" noChangeArrowheads="1"/>
          </p:cNvSpPr>
          <p:nvPr>
            <p:ph type="dt" sz="half" idx="2"/>
          </p:nvPr>
        </p:nvSpPr>
        <p:spPr bwMode="auto">
          <a:xfrm>
            <a:off x="457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90204" pitchFamily="34" charset="0"/>
              <a:buNone/>
              <a:defRPr sz="1200">
                <a:effectLst>
                  <a:outerShdw blurRad="38100" dist="38100" dir="2700000" algn="tl">
                    <a:srgbClr val="C0C0C0"/>
                  </a:outerShdw>
                </a:effectLst>
                <a:latin typeface="+mj-lt"/>
              </a:defRPr>
            </a:lvl1pPr>
          </a:lstStyle>
          <a:p>
            <a:pPr>
              <a:defRPr/>
            </a:pPr>
            <a:r>
              <a:rPr lang="en-US" altLang="zh-CN"/>
              <a:t>www.themegallery.com</a:t>
            </a:r>
          </a:p>
        </p:txBody>
      </p:sp>
      <p:sp>
        <p:nvSpPr>
          <p:cNvPr id="1036" name="Rectangle 12"/>
          <p:cNvSpPr>
            <a:spLocks noGrp="1" noChangeArrowheads="1"/>
          </p:cNvSpPr>
          <p:nvPr>
            <p:ph type="ftr" sz="quarter" idx="3"/>
          </p:nvPr>
        </p:nvSpPr>
        <p:spPr bwMode="auto">
          <a:xfrm>
            <a:off x="5867400" y="6477000"/>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90204" pitchFamily="34" charset="0"/>
              <a:buNone/>
              <a:defRPr sz="1200">
                <a:effectLst>
                  <a:outerShdw blurRad="38100" dist="38100" dir="2700000" algn="tl">
                    <a:srgbClr val="C0C0C0"/>
                  </a:outerShdw>
                </a:effectLst>
                <a:latin typeface="+mj-lt"/>
              </a:defRPr>
            </a:lvl1pPr>
          </a:lstStyle>
          <a:p>
            <a:pPr>
              <a:defRPr/>
            </a:pPr>
            <a:r>
              <a:rPr lang="en-US" altLang="zh-CN"/>
              <a:t>公司标志</a:t>
            </a:r>
          </a:p>
        </p:txBody>
      </p:sp>
      <p:sp>
        <p:nvSpPr>
          <p:cNvPr id="1037" name="Rectangle 13"/>
          <p:cNvSpPr>
            <a:spLocks noGrp="1" noChangeArrowheads="1"/>
          </p:cNvSpPr>
          <p:nvPr>
            <p:ph type="sldNum" sz="quarter" idx="4"/>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90204" pitchFamily="34" charset="0"/>
              <a:buNone/>
              <a:defRPr sz="1200">
                <a:effectLst>
                  <a:outerShdw blurRad="38100" dist="38100" dir="2700000" algn="tl">
                    <a:srgbClr val="C0C0C0"/>
                  </a:outerShdw>
                </a:effectLst>
                <a:latin typeface="Verdana" panose="020B0804030504040204" pitchFamily="34" charset="0"/>
              </a:defRPr>
            </a:lvl1pPr>
          </a:lstStyle>
          <a:p>
            <a:fld id="{CE25A0F8-3650-4267-BC46-9C5C2D7BE408}" type="slidenum">
              <a:rPr lang="en-US" altLang="zh-CN"/>
              <a:t>‹#›</a:t>
            </a:fld>
            <a:endParaRPr lang="en-US" altLang="zh-CN"/>
          </a:p>
        </p:txBody>
      </p:sp>
      <p:sp>
        <p:nvSpPr>
          <p:cNvPr id="3" name="Rectangle 14"/>
          <p:cNvSpPr>
            <a:spLocks noGrp="1" noChangeArrowheads="1"/>
          </p:cNvSpPr>
          <p:nvPr>
            <p:ph type="title" idx="9"/>
          </p:nvPr>
        </p:nvSpPr>
        <p:spPr bwMode="auto">
          <a:xfrm>
            <a:off x="733425" y="731838"/>
            <a:ext cx="780097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39" name="Text Box 15"/>
          <p:cNvSpPr txBox="1">
            <a:spLocks noChangeArrowheads="1"/>
          </p:cNvSpPr>
          <p:nvPr/>
        </p:nvSpPr>
        <p:spPr bwMode="auto">
          <a:xfrm>
            <a:off x="7391400" y="76200"/>
            <a:ext cx="17653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r>
              <a:rPr lang="en-US" altLang="zh-CN" sz="2800" b="1">
                <a:solidFill>
                  <a:schemeClr val="bg1"/>
                </a:solidFill>
                <a:latin typeface="Arial Black" panose="020B0A04020102020204" pitchFamily="34" charset="0"/>
              </a:rPr>
              <a:t>L o g o</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3200" b="1" kern="1200">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Verdana" panose="020B0804030504040204" pitchFamily="34" charset="0"/>
        </a:defRPr>
      </a:lvl2pPr>
      <a:lvl3pPr algn="l" rtl="0" eaLnBrk="0" fontAlgn="base" hangingPunct="0">
        <a:spcBef>
          <a:spcPct val="0"/>
        </a:spcBef>
        <a:spcAft>
          <a:spcPct val="0"/>
        </a:spcAft>
        <a:defRPr sz="3200" b="1">
          <a:solidFill>
            <a:schemeClr val="bg1"/>
          </a:solidFill>
          <a:latin typeface="Verdana" panose="020B0804030504040204" pitchFamily="34" charset="0"/>
        </a:defRPr>
      </a:lvl3pPr>
      <a:lvl4pPr algn="l" rtl="0" eaLnBrk="0" fontAlgn="base" hangingPunct="0">
        <a:spcBef>
          <a:spcPct val="0"/>
        </a:spcBef>
        <a:spcAft>
          <a:spcPct val="0"/>
        </a:spcAft>
        <a:defRPr sz="3200" b="1">
          <a:solidFill>
            <a:schemeClr val="bg1"/>
          </a:solidFill>
          <a:latin typeface="Verdana" panose="020B0804030504040204" pitchFamily="34" charset="0"/>
        </a:defRPr>
      </a:lvl4pPr>
      <a:lvl5pPr algn="l" rtl="0" eaLnBrk="0" fontAlgn="base" hangingPunct="0">
        <a:spcBef>
          <a:spcPct val="0"/>
        </a:spcBef>
        <a:spcAft>
          <a:spcPct val="0"/>
        </a:spcAft>
        <a:defRPr sz="3200" b="1">
          <a:solidFill>
            <a:schemeClr val="bg1"/>
          </a:solidFill>
          <a:latin typeface="Verdana" panose="020B0804030504040204" pitchFamily="34" charset="0"/>
        </a:defRPr>
      </a:lvl5pPr>
      <a:lvl6pPr marL="457200" algn="l" rtl="0" eaLnBrk="0" fontAlgn="base" hangingPunct="0">
        <a:spcBef>
          <a:spcPct val="0"/>
        </a:spcBef>
        <a:spcAft>
          <a:spcPct val="0"/>
        </a:spcAft>
        <a:defRPr sz="3200" b="1">
          <a:solidFill>
            <a:schemeClr val="bg1"/>
          </a:solidFill>
          <a:latin typeface="Verdana" panose="020B0804030504040204" pitchFamily="34" charset="0"/>
        </a:defRPr>
      </a:lvl6pPr>
      <a:lvl7pPr marL="914400" algn="l" rtl="0" eaLnBrk="0" fontAlgn="base" hangingPunct="0">
        <a:spcBef>
          <a:spcPct val="0"/>
        </a:spcBef>
        <a:spcAft>
          <a:spcPct val="0"/>
        </a:spcAft>
        <a:defRPr sz="3200" b="1">
          <a:solidFill>
            <a:schemeClr val="bg1"/>
          </a:solidFill>
          <a:latin typeface="Verdana" panose="020B0804030504040204" pitchFamily="34" charset="0"/>
        </a:defRPr>
      </a:lvl7pPr>
      <a:lvl8pPr marL="1371600" algn="l" rtl="0" eaLnBrk="0" fontAlgn="base" hangingPunct="0">
        <a:spcBef>
          <a:spcPct val="0"/>
        </a:spcBef>
        <a:spcAft>
          <a:spcPct val="0"/>
        </a:spcAft>
        <a:defRPr sz="3200" b="1">
          <a:solidFill>
            <a:schemeClr val="bg1"/>
          </a:solidFill>
          <a:latin typeface="Verdana" panose="020B0804030504040204" pitchFamily="34" charset="0"/>
        </a:defRPr>
      </a:lvl8pPr>
      <a:lvl9pPr marL="1828800" algn="l" rtl="0" eaLnBrk="0" fontAlgn="base" hangingPunct="0">
        <a:spcBef>
          <a:spcPct val="0"/>
        </a:spcBef>
        <a:spcAft>
          <a:spcPct val="0"/>
        </a:spcAft>
        <a:defRPr sz="3200" b="1">
          <a:solidFill>
            <a:schemeClr val="bg1"/>
          </a:solidFill>
          <a:latin typeface="Verdana" panose="020B08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descr="a1"/>
          <p:cNvSpPr>
            <a:spLocks noChangeArrowheads="1"/>
          </p:cNvSpPr>
          <p:nvPr/>
        </p:nvSpPr>
        <p:spPr bwMode="auto">
          <a:xfrm>
            <a:off x="2286000" y="0"/>
            <a:ext cx="2286000" cy="3124200"/>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2051" name="Rectangle 3"/>
          <p:cNvSpPr>
            <a:spLocks noChangeArrowheads="1"/>
          </p:cNvSpPr>
          <p:nvPr/>
        </p:nvSpPr>
        <p:spPr bwMode="auto">
          <a:xfrm>
            <a:off x="0" y="0"/>
            <a:ext cx="2209800" cy="3124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2052" name="Rectangle 4"/>
          <p:cNvSpPr>
            <a:spLocks noChangeArrowheads="1"/>
          </p:cNvSpPr>
          <p:nvPr/>
        </p:nvSpPr>
        <p:spPr bwMode="auto">
          <a:xfrm>
            <a:off x="4648200" y="0"/>
            <a:ext cx="2209800" cy="3124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2053" name="Rectangle 5" descr="a2"/>
          <p:cNvSpPr>
            <a:spLocks noChangeArrowheads="1"/>
          </p:cNvSpPr>
          <p:nvPr/>
        </p:nvSpPr>
        <p:spPr bwMode="auto">
          <a:xfrm>
            <a:off x="6934200" y="0"/>
            <a:ext cx="2209800" cy="3124200"/>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2054" name="Rectangle 6"/>
          <p:cNvSpPr>
            <a:spLocks noChangeArrowheads="1"/>
          </p:cNvSpPr>
          <p:nvPr/>
        </p:nvSpPr>
        <p:spPr bwMode="auto">
          <a:xfrm>
            <a:off x="2286000" y="3124200"/>
            <a:ext cx="6858000" cy="6096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2055" name="Rectangle 7"/>
          <p:cNvSpPr>
            <a:spLocks noChangeArrowheads="1"/>
          </p:cNvSpPr>
          <p:nvPr/>
        </p:nvSpPr>
        <p:spPr bwMode="auto">
          <a:xfrm>
            <a:off x="0" y="3124200"/>
            <a:ext cx="9144000" cy="152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2056" name="Text Box 13"/>
          <p:cNvSpPr txBox="1">
            <a:spLocks noChangeArrowheads="1"/>
          </p:cNvSpPr>
          <p:nvPr/>
        </p:nvSpPr>
        <p:spPr bwMode="auto">
          <a:xfrm>
            <a:off x="444500" y="2514600"/>
            <a:ext cx="17653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r>
              <a:rPr lang="en-US" altLang="zh-CN" sz="2800" b="1">
                <a:solidFill>
                  <a:schemeClr val="bg1"/>
                </a:solidFill>
                <a:latin typeface="Arial Black" panose="020B0A04020102020204" pitchFamily="34" charset="0"/>
              </a:rPr>
              <a:t>L o g o</a:t>
            </a:r>
          </a:p>
        </p:txBody>
      </p:sp>
      <p:sp>
        <p:nvSpPr>
          <p:cNvPr id="2057" name="Rectangle 10"/>
          <p:cNvSpPr>
            <a:spLocks noGrp="1" noChangeArrowheads="1"/>
          </p:cNvSpPr>
          <p:nvPr>
            <p:ph type="body" idx="4294967295"/>
          </p:nvPr>
        </p:nvSpPr>
        <p:spPr bwMode="auto">
          <a:xfrm>
            <a:off x="457200" y="1419225"/>
            <a:ext cx="82296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058" name="Rectangle 14"/>
          <p:cNvSpPr>
            <a:spLocks noGrp="1" noChangeArrowheads="1"/>
          </p:cNvSpPr>
          <p:nvPr>
            <p:ph type="title" idx="9"/>
          </p:nvPr>
        </p:nvSpPr>
        <p:spPr bwMode="auto">
          <a:xfrm>
            <a:off x="733425" y="731838"/>
            <a:ext cx="780097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2059" name="Rectangle 10"/>
          <p:cNvSpPr>
            <a:spLocks noGrp="1" noChangeArrowheads="1"/>
          </p:cNvSpPr>
          <p:nvPr>
            <p:ph type="dt" sz="half" idx="2"/>
          </p:nvPr>
        </p:nvSpPr>
        <p:spPr bwMode="auto">
          <a:xfrm>
            <a:off x="457200" y="6551613"/>
            <a:ext cx="213360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90204" pitchFamily="34" charset="0"/>
              <a:buNone/>
              <a:defRPr sz="1200"/>
            </a:lvl1pPr>
          </a:lstStyle>
          <a:p>
            <a:pPr>
              <a:defRPr/>
            </a:pPr>
            <a:endParaRPr lang="en-US" altLang="zh-CN"/>
          </a:p>
        </p:txBody>
      </p:sp>
      <p:sp>
        <p:nvSpPr>
          <p:cNvPr id="2060" name="Rectangle 11"/>
          <p:cNvSpPr>
            <a:spLocks noGrp="1" noChangeArrowheads="1"/>
          </p:cNvSpPr>
          <p:nvPr>
            <p:ph type="ftr" sz="quarter" idx="3"/>
          </p:nvPr>
        </p:nvSpPr>
        <p:spPr bwMode="auto">
          <a:xfrm>
            <a:off x="3124200" y="6553200"/>
            <a:ext cx="28956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90204" pitchFamily="34" charset="0"/>
              <a:buNone/>
              <a:defRPr sz="1200"/>
            </a:lvl1pPr>
          </a:lstStyle>
          <a:p>
            <a:pPr>
              <a:defRPr/>
            </a:pPr>
            <a:endParaRPr lang="en-US" altLang="zh-CN"/>
          </a:p>
        </p:txBody>
      </p:sp>
      <p:sp>
        <p:nvSpPr>
          <p:cNvPr id="2061" name="Rectangle 12"/>
          <p:cNvSpPr>
            <a:spLocks noGrp="1" noChangeArrowheads="1"/>
          </p:cNvSpPr>
          <p:nvPr>
            <p:ph type="sldNum" sz="quarter" idx="4"/>
          </p:nvPr>
        </p:nvSpPr>
        <p:spPr bwMode="auto">
          <a:xfrm>
            <a:off x="6553200" y="6553200"/>
            <a:ext cx="21336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90204" pitchFamily="34" charset="0"/>
              <a:buNone/>
              <a:defRPr sz="1200"/>
            </a:lvl1pPr>
          </a:lstStyle>
          <a:p>
            <a:fld id="{7122244F-3EF7-46EB-9922-9270F5CC0A54}"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3200" b="1" kern="1200">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Verdana" panose="020B0804030504040204" pitchFamily="34" charset="0"/>
        </a:defRPr>
      </a:lvl2pPr>
      <a:lvl3pPr algn="l" rtl="0" eaLnBrk="0" fontAlgn="base" hangingPunct="0">
        <a:spcBef>
          <a:spcPct val="0"/>
        </a:spcBef>
        <a:spcAft>
          <a:spcPct val="0"/>
        </a:spcAft>
        <a:defRPr sz="3200" b="1">
          <a:solidFill>
            <a:schemeClr val="bg1"/>
          </a:solidFill>
          <a:latin typeface="Verdana" panose="020B0804030504040204" pitchFamily="34" charset="0"/>
        </a:defRPr>
      </a:lvl3pPr>
      <a:lvl4pPr algn="l" rtl="0" eaLnBrk="0" fontAlgn="base" hangingPunct="0">
        <a:spcBef>
          <a:spcPct val="0"/>
        </a:spcBef>
        <a:spcAft>
          <a:spcPct val="0"/>
        </a:spcAft>
        <a:defRPr sz="3200" b="1">
          <a:solidFill>
            <a:schemeClr val="bg1"/>
          </a:solidFill>
          <a:latin typeface="Verdana" panose="020B0804030504040204" pitchFamily="34" charset="0"/>
        </a:defRPr>
      </a:lvl4pPr>
      <a:lvl5pPr algn="l" rtl="0" eaLnBrk="0" fontAlgn="base" hangingPunct="0">
        <a:spcBef>
          <a:spcPct val="0"/>
        </a:spcBef>
        <a:spcAft>
          <a:spcPct val="0"/>
        </a:spcAft>
        <a:defRPr sz="3200" b="1">
          <a:solidFill>
            <a:schemeClr val="bg1"/>
          </a:solidFill>
          <a:latin typeface="Verdana" panose="020B0804030504040204" pitchFamily="34" charset="0"/>
        </a:defRPr>
      </a:lvl5pPr>
      <a:lvl6pPr marL="457200" algn="l" rtl="0" eaLnBrk="0" fontAlgn="base" hangingPunct="0">
        <a:spcBef>
          <a:spcPct val="0"/>
        </a:spcBef>
        <a:spcAft>
          <a:spcPct val="0"/>
        </a:spcAft>
        <a:defRPr sz="3200" b="1">
          <a:solidFill>
            <a:schemeClr val="bg1"/>
          </a:solidFill>
          <a:latin typeface="Verdana" panose="020B0804030504040204" pitchFamily="34" charset="0"/>
        </a:defRPr>
      </a:lvl6pPr>
      <a:lvl7pPr marL="914400" algn="l" rtl="0" eaLnBrk="0" fontAlgn="base" hangingPunct="0">
        <a:spcBef>
          <a:spcPct val="0"/>
        </a:spcBef>
        <a:spcAft>
          <a:spcPct val="0"/>
        </a:spcAft>
        <a:defRPr sz="3200" b="1">
          <a:solidFill>
            <a:schemeClr val="bg1"/>
          </a:solidFill>
          <a:latin typeface="Verdana" panose="020B0804030504040204" pitchFamily="34" charset="0"/>
        </a:defRPr>
      </a:lvl7pPr>
      <a:lvl8pPr marL="1371600" algn="l" rtl="0" eaLnBrk="0" fontAlgn="base" hangingPunct="0">
        <a:spcBef>
          <a:spcPct val="0"/>
        </a:spcBef>
        <a:spcAft>
          <a:spcPct val="0"/>
        </a:spcAft>
        <a:defRPr sz="3200" b="1">
          <a:solidFill>
            <a:schemeClr val="bg1"/>
          </a:solidFill>
          <a:latin typeface="Verdana" panose="020B0804030504040204" pitchFamily="34" charset="0"/>
        </a:defRPr>
      </a:lvl8pPr>
      <a:lvl9pPr marL="1828800" algn="l" rtl="0" eaLnBrk="0" fontAlgn="base" hangingPunct="0">
        <a:spcBef>
          <a:spcPct val="0"/>
        </a:spcBef>
        <a:spcAft>
          <a:spcPct val="0"/>
        </a:spcAft>
        <a:defRPr sz="3200" b="1">
          <a:solidFill>
            <a:schemeClr val="bg1"/>
          </a:solidFill>
          <a:latin typeface="Verdana" panose="020B08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descr="a1"/>
          <p:cNvSpPr>
            <a:spLocks noChangeArrowheads="1"/>
          </p:cNvSpPr>
          <p:nvPr/>
        </p:nvSpPr>
        <p:spPr bwMode="auto">
          <a:xfrm>
            <a:off x="592138" y="0"/>
            <a:ext cx="2066925" cy="838200"/>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7" name="Rectangle 3"/>
          <p:cNvSpPr>
            <a:spLocks noChangeArrowheads="1"/>
          </p:cNvSpPr>
          <p:nvPr/>
        </p:nvSpPr>
        <p:spPr bwMode="auto">
          <a:xfrm>
            <a:off x="2730500" y="0"/>
            <a:ext cx="2138363" cy="838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8" name="Rectangle 4" descr="a2"/>
          <p:cNvSpPr>
            <a:spLocks noChangeArrowheads="1"/>
          </p:cNvSpPr>
          <p:nvPr/>
        </p:nvSpPr>
        <p:spPr bwMode="auto">
          <a:xfrm>
            <a:off x="4938713" y="0"/>
            <a:ext cx="2066925" cy="838200"/>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9" name="Rectangle 5"/>
          <p:cNvSpPr>
            <a:spLocks noChangeArrowheads="1"/>
          </p:cNvSpPr>
          <p:nvPr/>
        </p:nvSpPr>
        <p:spPr bwMode="auto">
          <a:xfrm>
            <a:off x="7077075" y="0"/>
            <a:ext cx="2066925"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30" name="Rectangle 6"/>
          <p:cNvSpPr>
            <a:spLocks noChangeArrowheads="1"/>
          </p:cNvSpPr>
          <p:nvPr/>
        </p:nvSpPr>
        <p:spPr bwMode="auto">
          <a:xfrm>
            <a:off x="457200" y="6477000"/>
            <a:ext cx="8686800" cy="381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grpSp>
        <p:nvGrpSpPr>
          <p:cNvPr id="3079" name="Group 7"/>
          <p:cNvGrpSpPr/>
          <p:nvPr/>
        </p:nvGrpSpPr>
        <p:grpSpPr bwMode="auto">
          <a:xfrm>
            <a:off x="0" y="685800"/>
            <a:ext cx="9144000" cy="609600"/>
            <a:chOff x="0" y="0"/>
            <a:chExt cx="5760" cy="384"/>
          </a:xfrm>
        </p:grpSpPr>
        <p:sp>
          <p:nvSpPr>
            <p:cNvPr id="2" name="Rectangle 8"/>
            <p:cNvSpPr>
              <a:spLocks noChangeArrowheads="1"/>
            </p:cNvSpPr>
            <p:nvPr/>
          </p:nvSpPr>
          <p:spPr bwMode="auto">
            <a:xfrm>
              <a:off x="0" y="0"/>
              <a:ext cx="5760" cy="9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33" name="Rectangle 9"/>
            <p:cNvSpPr>
              <a:spLocks noChangeArrowheads="1"/>
            </p:cNvSpPr>
            <p:nvPr/>
          </p:nvSpPr>
          <p:spPr bwMode="auto">
            <a:xfrm>
              <a:off x="362" y="0"/>
              <a:ext cx="5398" cy="38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grpSp>
      <p:sp>
        <p:nvSpPr>
          <p:cNvPr id="3080" name="Rectangle 10"/>
          <p:cNvSpPr>
            <a:spLocks noGrp="1" noChangeArrowheads="1"/>
          </p:cNvSpPr>
          <p:nvPr>
            <p:ph type="body" idx="4294967295"/>
          </p:nvPr>
        </p:nvSpPr>
        <p:spPr bwMode="auto">
          <a:xfrm>
            <a:off x="457200" y="1419225"/>
            <a:ext cx="82296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5" name="Rectangle 11"/>
          <p:cNvSpPr>
            <a:spLocks noGrp="1" noChangeArrowheads="1"/>
          </p:cNvSpPr>
          <p:nvPr>
            <p:ph type="dt" sz="half" idx="2"/>
          </p:nvPr>
        </p:nvSpPr>
        <p:spPr bwMode="auto">
          <a:xfrm>
            <a:off x="457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90204" pitchFamily="34" charset="0"/>
              <a:buNone/>
              <a:defRPr sz="1200">
                <a:effectLst>
                  <a:outerShdw blurRad="38100" dist="38100" dir="2700000" algn="tl">
                    <a:srgbClr val="C0C0C0"/>
                  </a:outerShdw>
                </a:effectLst>
                <a:latin typeface="+mj-lt"/>
              </a:defRPr>
            </a:lvl1pPr>
          </a:lstStyle>
          <a:p>
            <a:pPr>
              <a:defRPr/>
            </a:pPr>
            <a:r>
              <a:rPr lang="en-US" altLang="zh-CN"/>
              <a:t>www.themegallery.com</a:t>
            </a:r>
          </a:p>
        </p:txBody>
      </p:sp>
      <p:sp>
        <p:nvSpPr>
          <p:cNvPr id="1036" name="Rectangle 12"/>
          <p:cNvSpPr>
            <a:spLocks noGrp="1" noChangeArrowheads="1"/>
          </p:cNvSpPr>
          <p:nvPr>
            <p:ph type="ftr" sz="quarter" idx="3"/>
          </p:nvPr>
        </p:nvSpPr>
        <p:spPr bwMode="auto">
          <a:xfrm>
            <a:off x="5867400" y="6477000"/>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90204" pitchFamily="34" charset="0"/>
              <a:buNone/>
              <a:defRPr sz="1200">
                <a:effectLst>
                  <a:outerShdw blurRad="38100" dist="38100" dir="2700000" algn="tl">
                    <a:srgbClr val="C0C0C0"/>
                  </a:outerShdw>
                </a:effectLst>
                <a:latin typeface="+mj-lt"/>
              </a:defRPr>
            </a:lvl1pPr>
          </a:lstStyle>
          <a:p>
            <a:pPr>
              <a:defRPr/>
            </a:pPr>
            <a:r>
              <a:rPr lang="en-US" altLang="zh-CN"/>
              <a:t>公司标志</a:t>
            </a:r>
          </a:p>
        </p:txBody>
      </p:sp>
      <p:sp>
        <p:nvSpPr>
          <p:cNvPr id="1037" name="Rectangle 13"/>
          <p:cNvSpPr>
            <a:spLocks noGrp="1" noChangeArrowheads="1"/>
          </p:cNvSpPr>
          <p:nvPr>
            <p:ph type="sldNum" sz="quarter" idx="4"/>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90204" pitchFamily="34" charset="0"/>
              <a:buNone/>
              <a:defRPr sz="1200">
                <a:effectLst>
                  <a:outerShdw blurRad="38100" dist="38100" dir="2700000" algn="tl">
                    <a:srgbClr val="C0C0C0"/>
                  </a:outerShdw>
                </a:effectLst>
                <a:latin typeface="Verdana" panose="020B0804030504040204" pitchFamily="34" charset="0"/>
              </a:defRPr>
            </a:lvl1pPr>
          </a:lstStyle>
          <a:p>
            <a:fld id="{E16E3797-6D5A-47D7-9834-BC9253CFCB9D}" type="slidenum">
              <a:rPr lang="en-US" altLang="zh-CN"/>
              <a:t>‹#›</a:t>
            </a:fld>
            <a:endParaRPr lang="en-US" altLang="zh-CN"/>
          </a:p>
        </p:txBody>
      </p:sp>
      <p:sp>
        <p:nvSpPr>
          <p:cNvPr id="3084" name="Rectangle 14"/>
          <p:cNvSpPr>
            <a:spLocks noGrp="1" noChangeArrowheads="1"/>
          </p:cNvSpPr>
          <p:nvPr>
            <p:ph type="title" idx="9"/>
          </p:nvPr>
        </p:nvSpPr>
        <p:spPr bwMode="auto">
          <a:xfrm>
            <a:off x="733425" y="731838"/>
            <a:ext cx="780097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39" name="Text Box 15"/>
          <p:cNvSpPr txBox="1">
            <a:spLocks noChangeArrowheads="1"/>
          </p:cNvSpPr>
          <p:nvPr/>
        </p:nvSpPr>
        <p:spPr bwMode="auto">
          <a:xfrm>
            <a:off x="7391400" y="76200"/>
            <a:ext cx="17653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r>
              <a:rPr lang="en-US" altLang="zh-CN" sz="2800" b="1">
                <a:solidFill>
                  <a:schemeClr val="bg1"/>
                </a:solidFill>
                <a:latin typeface="Arial Black" panose="020B0A04020102020204" pitchFamily="34" charset="0"/>
              </a:rPr>
              <a:t>L o g o</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3200" b="1" kern="1200">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Verdana" panose="020B0804030504040204" pitchFamily="34" charset="0"/>
        </a:defRPr>
      </a:lvl2pPr>
      <a:lvl3pPr algn="l" rtl="0" eaLnBrk="0" fontAlgn="base" hangingPunct="0">
        <a:spcBef>
          <a:spcPct val="0"/>
        </a:spcBef>
        <a:spcAft>
          <a:spcPct val="0"/>
        </a:spcAft>
        <a:defRPr sz="3200" b="1">
          <a:solidFill>
            <a:schemeClr val="bg1"/>
          </a:solidFill>
          <a:latin typeface="Verdana" panose="020B0804030504040204" pitchFamily="34" charset="0"/>
        </a:defRPr>
      </a:lvl3pPr>
      <a:lvl4pPr algn="l" rtl="0" eaLnBrk="0" fontAlgn="base" hangingPunct="0">
        <a:spcBef>
          <a:spcPct val="0"/>
        </a:spcBef>
        <a:spcAft>
          <a:spcPct val="0"/>
        </a:spcAft>
        <a:defRPr sz="3200" b="1">
          <a:solidFill>
            <a:schemeClr val="bg1"/>
          </a:solidFill>
          <a:latin typeface="Verdana" panose="020B0804030504040204" pitchFamily="34" charset="0"/>
        </a:defRPr>
      </a:lvl4pPr>
      <a:lvl5pPr algn="l" rtl="0" eaLnBrk="0" fontAlgn="base" hangingPunct="0">
        <a:spcBef>
          <a:spcPct val="0"/>
        </a:spcBef>
        <a:spcAft>
          <a:spcPct val="0"/>
        </a:spcAft>
        <a:defRPr sz="3200" b="1">
          <a:solidFill>
            <a:schemeClr val="bg1"/>
          </a:solidFill>
          <a:latin typeface="Verdana" panose="020B0804030504040204" pitchFamily="34" charset="0"/>
        </a:defRPr>
      </a:lvl5pPr>
      <a:lvl6pPr marL="457200" algn="l" rtl="0" eaLnBrk="0" fontAlgn="base" hangingPunct="0">
        <a:spcBef>
          <a:spcPct val="0"/>
        </a:spcBef>
        <a:spcAft>
          <a:spcPct val="0"/>
        </a:spcAft>
        <a:defRPr sz="3200" b="1">
          <a:solidFill>
            <a:schemeClr val="bg1"/>
          </a:solidFill>
          <a:latin typeface="Verdana" panose="020B0804030504040204" pitchFamily="34" charset="0"/>
        </a:defRPr>
      </a:lvl6pPr>
      <a:lvl7pPr marL="914400" algn="l" rtl="0" eaLnBrk="0" fontAlgn="base" hangingPunct="0">
        <a:spcBef>
          <a:spcPct val="0"/>
        </a:spcBef>
        <a:spcAft>
          <a:spcPct val="0"/>
        </a:spcAft>
        <a:defRPr sz="3200" b="1">
          <a:solidFill>
            <a:schemeClr val="bg1"/>
          </a:solidFill>
          <a:latin typeface="Verdana" panose="020B0804030504040204" pitchFamily="34" charset="0"/>
        </a:defRPr>
      </a:lvl7pPr>
      <a:lvl8pPr marL="1371600" algn="l" rtl="0" eaLnBrk="0" fontAlgn="base" hangingPunct="0">
        <a:spcBef>
          <a:spcPct val="0"/>
        </a:spcBef>
        <a:spcAft>
          <a:spcPct val="0"/>
        </a:spcAft>
        <a:defRPr sz="3200" b="1">
          <a:solidFill>
            <a:schemeClr val="bg1"/>
          </a:solidFill>
          <a:latin typeface="Verdana" panose="020B0804030504040204" pitchFamily="34" charset="0"/>
        </a:defRPr>
      </a:lvl8pPr>
      <a:lvl9pPr marL="1828800" algn="l" rtl="0" eaLnBrk="0" fontAlgn="base" hangingPunct="0">
        <a:spcBef>
          <a:spcPct val="0"/>
        </a:spcBef>
        <a:spcAft>
          <a:spcPct val="0"/>
        </a:spcAft>
        <a:defRPr sz="3200" b="1">
          <a:solidFill>
            <a:schemeClr val="bg1"/>
          </a:solidFill>
          <a:latin typeface="Verdana" panose="020B08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descr="a1"/>
          <p:cNvSpPr>
            <a:spLocks noChangeArrowheads="1"/>
          </p:cNvSpPr>
          <p:nvPr/>
        </p:nvSpPr>
        <p:spPr bwMode="auto">
          <a:xfrm>
            <a:off x="592138" y="0"/>
            <a:ext cx="2066925" cy="838200"/>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7" name="Rectangle 3"/>
          <p:cNvSpPr>
            <a:spLocks noChangeArrowheads="1"/>
          </p:cNvSpPr>
          <p:nvPr/>
        </p:nvSpPr>
        <p:spPr bwMode="auto">
          <a:xfrm>
            <a:off x="2730500" y="0"/>
            <a:ext cx="2138363" cy="838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8" name="Rectangle 4" descr="a2"/>
          <p:cNvSpPr>
            <a:spLocks noChangeArrowheads="1"/>
          </p:cNvSpPr>
          <p:nvPr/>
        </p:nvSpPr>
        <p:spPr bwMode="auto">
          <a:xfrm>
            <a:off x="4938713" y="0"/>
            <a:ext cx="2066925" cy="838200"/>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29" name="Rectangle 5"/>
          <p:cNvSpPr>
            <a:spLocks noChangeArrowheads="1"/>
          </p:cNvSpPr>
          <p:nvPr/>
        </p:nvSpPr>
        <p:spPr bwMode="auto">
          <a:xfrm>
            <a:off x="7077075" y="0"/>
            <a:ext cx="2066925"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30" name="Rectangle 6"/>
          <p:cNvSpPr>
            <a:spLocks noChangeArrowheads="1"/>
          </p:cNvSpPr>
          <p:nvPr/>
        </p:nvSpPr>
        <p:spPr bwMode="auto">
          <a:xfrm>
            <a:off x="457200" y="6477000"/>
            <a:ext cx="8686800" cy="381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grpSp>
        <p:nvGrpSpPr>
          <p:cNvPr id="4103" name="Group 7"/>
          <p:cNvGrpSpPr/>
          <p:nvPr/>
        </p:nvGrpSpPr>
        <p:grpSpPr bwMode="auto">
          <a:xfrm>
            <a:off x="0" y="685800"/>
            <a:ext cx="9144000" cy="609600"/>
            <a:chOff x="0" y="0"/>
            <a:chExt cx="5760" cy="384"/>
          </a:xfrm>
        </p:grpSpPr>
        <p:sp>
          <p:nvSpPr>
            <p:cNvPr id="2" name="Rectangle 8"/>
            <p:cNvSpPr>
              <a:spLocks noChangeArrowheads="1"/>
            </p:cNvSpPr>
            <p:nvPr/>
          </p:nvSpPr>
          <p:spPr bwMode="auto">
            <a:xfrm>
              <a:off x="0" y="0"/>
              <a:ext cx="5760" cy="9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sp>
          <p:nvSpPr>
            <p:cNvPr id="1033" name="Rectangle 9"/>
            <p:cNvSpPr>
              <a:spLocks noChangeArrowheads="1"/>
            </p:cNvSpPr>
            <p:nvPr/>
          </p:nvSpPr>
          <p:spPr bwMode="auto">
            <a:xfrm>
              <a:off x="362" y="0"/>
              <a:ext cx="5398" cy="38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endParaRPr lang="zh-CN" altLang="en-US"/>
            </a:p>
          </p:txBody>
        </p:sp>
      </p:grpSp>
      <p:sp>
        <p:nvSpPr>
          <p:cNvPr id="4104" name="Rectangle 10"/>
          <p:cNvSpPr>
            <a:spLocks noGrp="1" noChangeArrowheads="1"/>
          </p:cNvSpPr>
          <p:nvPr>
            <p:ph type="body" idx="4294967295"/>
          </p:nvPr>
        </p:nvSpPr>
        <p:spPr bwMode="auto">
          <a:xfrm>
            <a:off x="457200" y="1419225"/>
            <a:ext cx="82296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5" name="Rectangle 11"/>
          <p:cNvSpPr>
            <a:spLocks noGrp="1" noChangeArrowheads="1"/>
          </p:cNvSpPr>
          <p:nvPr>
            <p:ph type="dt" sz="half" idx="2"/>
          </p:nvPr>
        </p:nvSpPr>
        <p:spPr bwMode="auto">
          <a:xfrm>
            <a:off x="457200" y="6461125"/>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90204" pitchFamily="34" charset="0"/>
              <a:buNone/>
              <a:defRPr sz="1200">
                <a:effectLst>
                  <a:outerShdw blurRad="38100" dist="38100" dir="2700000" algn="tl">
                    <a:srgbClr val="C0C0C0"/>
                  </a:outerShdw>
                </a:effectLst>
                <a:latin typeface="+mj-lt"/>
              </a:defRPr>
            </a:lvl1pPr>
          </a:lstStyle>
          <a:p>
            <a:pPr>
              <a:defRPr/>
            </a:pPr>
            <a:r>
              <a:rPr lang="en-US" altLang="zh-CN"/>
              <a:t>www.themegallery.com</a:t>
            </a:r>
          </a:p>
        </p:txBody>
      </p:sp>
      <p:sp>
        <p:nvSpPr>
          <p:cNvPr id="1036" name="Rectangle 12"/>
          <p:cNvSpPr>
            <a:spLocks noGrp="1" noChangeArrowheads="1"/>
          </p:cNvSpPr>
          <p:nvPr>
            <p:ph type="ftr" sz="quarter" idx="3"/>
          </p:nvPr>
        </p:nvSpPr>
        <p:spPr bwMode="auto">
          <a:xfrm>
            <a:off x="5867400" y="6477000"/>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90204" pitchFamily="34" charset="0"/>
              <a:buNone/>
              <a:defRPr sz="1200">
                <a:effectLst>
                  <a:outerShdw blurRad="38100" dist="38100" dir="2700000" algn="tl">
                    <a:srgbClr val="C0C0C0"/>
                  </a:outerShdw>
                </a:effectLst>
                <a:latin typeface="+mj-lt"/>
              </a:defRPr>
            </a:lvl1pPr>
          </a:lstStyle>
          <a:p>
            <a:pPr>
              <a:defRPr/>
            </a:pPr>
            <a:r>
              <a:rPr lang="en-US" altLang="zh-CN"/>
              <a:t>公司标志</a:t>
            </a:r>
          </a:p>
        </p:txBody>
      </p:sp>
      <p:sp>
        <p:nvSpPr>
          <p:cNvPr id="1037" name="Rectangle 13"/>
          <p:cNvSpPr>
            <a:spLocks noGrp="1" noChangeArrowheads="1"/>
          </p:cNvSpPr>
          <p:nvPr>
            <p:ph type="sldNum" sz="quarter" idx="4"/>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90204" pitchFamily="34" charset="0"/>
              <a:buNone/>
              <a:defRPr sz="1200">
                <a:effectLst>
                  <a:outerShdw blurRad="38100" dist="38100" dir="2700000" algn="tl">
                    <a:srgbClr val="C0C0C0"/>
                  </a:outerShdw>
                </a:effectLst>
                <a:latin typeface="Verdana" panose="020B0804030504040204" pitchFamily="34" charset="0"/>
              </a:defRPr>
            </a:lvl1pPr>
          </a:lstStyle>
          <a:p>
            <a:fld id="{EDE6B170-2BBD-4C2C-A51E-341EF39E7EAF}" type="slidenum">
              <a:rPr lang="en-US" altLang="zh-CN"/>
              <a:t>‹#›</a:t>
            </a:fld>
            <a:endParaRPr lang="en-US" altLang="zh-CN"/>
          </a:p>
        </p:txBody>
      </p:sp>
      <p:sp>
        <p:nvSpPr>
          <p:cNvPr id="4108" name="Rectangle 14"/>
          <p:cNvSpPr>
            <a:spLocks noGrp="1" noChangeArrowheads="1"/>
          </p:cNvSpPr>
          <p:nvPr>
            <p:ph type="title" idx="9"/>
          </p:nvPr>
        </p:nvSpPr>
        <p:spPr bwMode="auto">
          <a:xfrm>
            <a:off x="733425" y="731838"/>
            <a:ext cx="780097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39" name="Text Box 15"/>
          <p:cNvSpPr txBox="1">
            <a:spLocks noChangeArrowheads="1"/>
          </p:cNvSpPr>
          <p:nvPr/>
        </p:nvSpPr>
        <p:spPr bwMode="auto">
          <a:xfrm>
            <a:off x="7391400" y="76200"/>
            <a:ext cx="17653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r>
              <a:rPr lang="en-US" altLang="zh-CN" sz="2800" b="1">
                <a:solidFill>
                  <a:schemeClr val="bg1"/>
                </a:solidFill>
                <a:latin typeface="Arial Black" panose="020B0A04020102020204" pitchFamily="34" charset="0"/>
              </a:rPr>
              <a:t>L o g o</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3200" b="1" kern="1200">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Verdana" panose="020B0804030504040204" pitchFamily="34" charset="0"/>
        </a:defRPr>
      </a:lvl2pPr>
      <a:lvl3pPr algn="l" rtl="0" eaLnBrk="0" fontAlgn="base" hangingPunct="0">
        <a:spcBef>
          <a:spcPct val="0"/>
        </a:spcBef>
        <a:spcAft>
          <a:spcPct val="0"/>
        </a:spcAft>
        <a:defRPr sz="3200" b="1">
          <a:solidFill>
            <a:schemeClr val="bg1"/>
          </a:solidFill>
          <a:latin typeface="Verdana" panose="020B0804030504040204" pitchFamily="34" charset="0"/>
        </a:defRPr>
      </a:lvl3pPr>
      <a:lvl4pPr algn="l" rtl="0" eaLnBrk="0" fontAlgn="base" hangingPunct="0">
        <a:spcBef>
          <a:spcPct val="0"/>
        </a:spcBef>
        <a:spcAft>
          <a:spcPct val="0"/>
        </a:spcAft>
        <a:defRPr sz="3200" b="1">
          <a:solidFill>
            <a:schemeClr val="bg1"/>
          </a:solidFill>
          <a:latin typeface="Verdana" panose="020B0804030504040204" pitchFamily="34" charset="0"/>
        </a:defRPr>
      </a:lvl4pPr>
      <a:lvl5pPr algn="l" rtl="0" eaLnBrk="0" fontAlgn="base" hangingPunct="0">
        <a:spcBef>
          <a:spcPct val="0"/>
        </a:spcBef>
        <a:spcAft>
          <a:spcPct val="0"/>
        </a:spcAft>
        <a:defRPr sz="3200" b="1">
          <a:solidFill>
            <a:schemeClr val="bg1"/>
          </a:solidFill>
          <a:latin typeface="Verdana" panose="020B0804030504040204" pitchFamily="34" charset="0"/>
        </a:defRPr>
      </a:lvl5pPr>
      <a:lvl6pPr marL="457200" algn="l" rtl="0" eaLnBrk="0" fontAlgn="base" hangingPunct="0">
        <a:spcBef>
          <a:spcPct val="0"/>
        </a:spcBef>
        <a:spcAft>
          <a:spcPct val="0"/>
        </a:spcAft>
        <a:defRPr sz="3200" b="1">
          <a:solidFill>
            <a:schemeClr val="bg1"/>
          </a:solidFill>
          <a:latin typeface="Verdana" panose="020B0804030504040204" pitchFamily="34" charset="0"/>
        </a:defRPr>
      </a:lvl6pPr>
      <a:lvl7pPr marL="914400" algn="l" rtl="0" eaLnBrk="0" fontAlgn="base" hangingPunct="0">
        <a:spcBef>
          <a:spcPct val="0"/>
        </a:spcBef>
        <a:spcAft>
          <a:spcPct val="0"/>
        </a:spcAft>
        <a:defRPr sz="3200" b="1">
          <a:solidFill>
            <a:schemeClr val="bg1"/>
          </a:solidFill>
          <a:latin typeface="Verdana" panose="020B0804030504040204" pitchFamily="34" charset="0"/>
        </a:defRPr>
      </a:lvl7pPr>
      <a:lvl8pPr marL="1371600" algn="l" rtl="0" eaLnBrk="0" fontAlgn="base" hangingPunct="0">
        <a:spcBef>
          <a:spcPct val="0"/>
        </a:spcBef>
        <a:spcAft>
          <a:spcPct val="0"/>
        </a:spcAft>
        <a:defRPr sz="3200" b="1">
          <a:solidFill>
            <a:schemeClr val="bg1"/>
          </a:solidFill>
          <a:latin typeface="Verdana" panose="020B0804030504040204" pitchFamily="34" charset="0"/>
        </a:defRPr>
      </a:lvl8pPr>
      <a:lvl9pPr marL="1828800" algn="l" rtl="0" eaLnBrk="0" fontAlgn="base" hangingPunct="0">
        <a:spcBef>
          <a:spcPct val="0"/>
        </a:spcBef>
        <a:spcAft>
          <a:spcPct val="0"/>
        </a:spcAft>
        <a:defRPr sz="3200" b="1">
          <a:solidFill>
            <a:schemeClr val="bg1"/>
          </a:solidFill>
          <a:latin typeface="Verdana" panose="020B08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2.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3.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1.bin"/><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ctrTitle" idx="4294967295"/>
          </p:nvPr>
        </p:nvSpPr>
        <p:spPr>
          <a:xfrm>
            <a:off x="2286000" y="2743200"/>
            <a:ext cx="6705600" cy="990600"/>
          </a:xfrm>
        </p:spPr>
        <p:txBody>
          <a:bodyPr anchor="b"/>
          <a:lstStyle/>
          <a:p>
            <a:pPr algn="ctr" eaLnBrk="1" hangingPunct="1"/>
            <a:r>
              <a:rPr lang="en-US" altLang="zh-CN" sz="3600" dirty="0">
                <a:ea typeface="宋体" pitchFamily="2" charset="-122"/>
              </a:rPr>
              <a:t>离散数学</a:t>
            </a:r>
          </a:p>
        </p:txBody>
      </p:sp>
      <p:sp>
        <p:nvSpPr>
          <p:cNvPr id="6148" name="Rectangle 3"/>
          <p:cNvSpPr>
            <a:spLocks noGrp="1" noChangeArrowheads="1"/>
          </p:cNvSpPr>
          <p:nvPr>
            <p:ph type="subTitle" idx="4294967295"/>
          </p:nvPr>
        </p:nvSpPr>
        <p:spPr>
          <a:xfrm>
            <a:off x="1295400" y="5715000"/>
            <a:ext cx="6719888" cy="381000"/>
          </a:xfrm>
        </p:spPr>
        <p:txBody>
          <a:bodyPr/>
          <a:lstStyle/>
          <a:p>
            <a:pPr marL="0" indent="0" algn="ctr" eaLnBrk="1" hangingPunct="1">
              <a:lnSpc>
                <a:spcPct val="90000"/>
              </a:lnSpc>
              <a:buFont typeface="Wingdings" panose="05000000000000000000" pitchFamily="2" charset="2"/>
              <a:buNone/>
            </a:pPr>
            <a:r>
              <a:rPr lang="en-US" altLang="zh-CN" sz="2000" b="1" dirty="0">
                <a:latin typeface="Verdana" panose="020B0804030504040204" pitchFamily="34" charset="0"/>
                <a:ea typeface="宋体" pitchFamily="2" charset="-122"/>
              </a:rPr>
              <a:t>华南理工大学</a:t>
            </a:r>
          </a:p>
        </p:txBody>
      </p:sp>
      <p:sp>
        <p:nvSpPr>
          <p:cNvPr id="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7462835-6616-4A1E-AF1C-FE14049CA252}" type="slidenum">
              <a:rPr lang="en-US" altLang="zh-CN" sz="1200">
                <a:effectLst>
                  <a:outerShdw blurRad="38100" dist="38100" dir="2700000" algn="tl">
                    <a:srgbClr val="C0C0C0"/>
                  </a:outerShdw>
                </a:effectLst>
                <a:latin typeface="Verdana" panose="020B0804030504040204" pitchFamily="34" charset="0"/>
              </a:rPr>
              <a:t>1</a:t>
            </a:fld>
            <a:endParaRPr lang="en-US" altLang="zh-CN" sz="1200" dirty="0">
              <a:effectLst>
                <a:outerShdw blurRad="38100" dist="38100" dir="2700000" algn="tl">
                  <a:srgbClr val="C0C0C0"/>
                </a:outerShdw>
              </a:effectLst>
              <a:latin typeface="Verdana" panose="020B08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课程安排</a:t>
            </a:r>
          </a:p>
        </p:txBody>
      </p:sp>
      <p:sp>
        <p:nvSpPr>
          <p:cNvPr id="3" name="文本框 2"/>
          <p:cNvSpPr txBox="1"/>
          <p:nvPr/>
        </p:nvSpPr>
        <p:spPr>
          <a:xfrm>
            <a:off x="733425" y="1676446"/>
            <a:ext cx="7038891" cy="1879232"/>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sz="2000" dirty="0"/>
              <a:t>总成绩</a:t>
            </a:r>
            <a:r>
              <a:rPr kumimoji="1" lang="en-US" altLang="zh-CN" sz="2000" dirty="0"/>
              <a:t>=</a:t>
            </a:r>
            <a:r>
              <a:rPr kumimoji="1" lang="zh-CN" altLang="en-US" sz="2000" dirty="0"/>
              <a:t>平时成绩（</a:t>
            </a:r>
            <a:r>
              <a:rPr kumimoji="1" lang="en-US" altLang="zh-CN" sz="2000" dirty="0"/>
              <a:t>30%</a:t>
            </a:r>
            <a:r>
              <a:rPr kumimoji="1" lang="zh-CN" altLang="en-US" sz="2000" dirty="0"/>
              <a:t>）</a:t>
            </a:r>
            <a:r>
              <a:rPr kumimoji="1" lang="en-US" altLang="zh-CN" sz="2000" dirty="0"/>
              <a:t>+</a:t>
            </a:r>
            <a:r>
              <a:rPr kumimoji="1" lang="zh-CN" altLang="en-US" sz="2000" dirty="0"/>
              <a:t> 期末成绩（</a:t>
            </a:r>
            <a:r>
              <a:rPr kumimoji="1" lang="en-US" altLang="zh-CN" sz="2000" dirty="0"/>
              <a:t>70%</a:t>
            </a:r>
            <a:r>
              <a:rPr kumimoji="1" lang="zh-CN" altLang="en-US" sz="2000" dirty="0"/>
              <a:t>）</a:t>
            </a:r>
            <a:endParaRPr kumimoji="1" lang="en-US" altLang="zh-CN" sz="2000" dirty="0"/>
          </a:p>
          <a:p>
            <a:pPr marL="285750" indent="-285750">
              <a:lnSpc>
                <a:spcPct val="150000"/>
              </a:lnSpc>
              <a:buFont typeface="Wingdings" panose="05000000000000000000" pitchFamily="2" charset="2"/>
              <a:buChar char="l"/>
            </a:pPr>
            <a:r>
              <a:rPr kumimoji="1" lang="zh-CN" altLang="en-US" sz="2000" dirty="0"/>
              <a:t>平时成绩：</a:t>
            </a:r>
            <a:r>
              <a:rPr kumimoji="1" lang="en-US" altLang="zh-CN" sz="2000" dirty="0"/>
              <a:t>16</a:t>
            </a:r>
            <a:r>
              <a:rPr kumimoji="1" lang="zh-CN" altLang="en-US" sz="2000" dirty="0"/>
              <a:t>次课程作业（</a:t>
            </a:r>
            <a:r>
              <a:rPr kumimoji="1" lang="en-US" altLang="zh-CN" sz="2000" dirty="0"/>
              <a:t>16%</a:t>
            </a:r>
            <a:r>
              <a:rPr kumimoji="1" lang="zh-CN" altLang="en-US" sz="2000" dirty="0"/>
              <a:t>） </a:t>
            </a:r>
            <a:r>
              <a:rPr kumimoji="1" lang="en-US" altLang="zh-CN" sz="2000" dirty="0"/>
              <a:t>+</a:t>
            </a:r>
            <a:r>
              <a:rPr kumimoji="1" lang="zh-CN" altLang="en-US" sz="2000" dirty="0"/>
              <a:t> </a:t>
            </a:r>
            <a:r>
              <a:rPr kumimoji="1" lang="en-US" altLang="zh-CN" sz="2000" dirty="0"/>
              <a:t>2</a:t>
            </a:r>
            <a:r>
              <a:rPr kumimoji="1" lang="zh-CN" altLang="en-US" sz="2000" dirty="0"/>
              <a:t>次课堂测验（</a:t>
            </a:r>
            <a:r>
              <a:rPr kumimoji="1" lang="en-US" altLang="zh-CN" sz="2000" dirty="0"/>
              <a:t>45</a:t>
            </a:r>
            <a:r>
              <a:rPr kumimoji="1" lang="zh-CN" altLang="en-US" sz="2000" dirty="0"/>
              <a:t>分钟闭卷，</a:t>
            </a:r>
            <a:r>
              <a:rPr kumimoji="1" lang="en-US" altLang="zh-CN" sz="2000" dirty="0"/>
              <a:t>10%</a:t>
            </a:r>
            <a:r>
              <a:rPr kumimoji="1" lang="zh-CN" altLang="en-US" sz="2000" dirty="0"/>
              <a:t>）</a:t>
            </a:r>
            <a:r>
              <a:rPr kumimoji="1" lang="en-US" altLang="zh-CN" sz="2000" dirty="0"/>
              <a:t>+ </a:t>
            </a:r>
            <a:r>
              <a:rPr kumimoji="1" lang="zh-CN" altLang="en-US" sz="2000" dirty="0"/>
              <a:t>随机签到（</a:t>
            </a:r>
            <a:r>
              <a:rPr kumimoji="1" lang="en-US" altLang="zh-CN" sz="2000" dirty="0"/>
              <a:t>4%</a:t>
            </a:r>
            <a:r>
              <a:rPr kumimoji="1" lang="zh-CN" altLang="en-US" sz="2000" dirty="0"/>
              <a:t>）</a:t>
            </a:r>
            <a:endParaRPr kumimoji="1" lang="en-US" altLang="zh-CN" sz="2000" dirty="0"/>
          </a:p>
          <a:p>
            <a:pPr marL="285750" indent="-285750">
              <a:lnSpc>
                <a:spcPct val="150000"/>
              </a:lnSpc>
              <a:buFont typeface="Wingdings" panose="05000000000000000000" pitchFamily="2" charset="2"/>
              <a:buChar char="l"/>
            </a:pPr>
            <a:r>
              <a:rPr kumimoji="1" lang="zh-CN" altLang="en-US" sz="2000" dirty="0"/>
              <a:t>教材：</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70" y="3200406"/>
            <a:ext cx="2209742" cy="22097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subTitle" idx="4294967295"/>
          </p:nvPr>
        </p:nvSpPr>
        <p:spPr>
          <a:xfrm>
            <a:off x="4038600" y="6096000"/>
            <a:ext cx="1447800" cy="304800"/>
          </a:xfrm>
        </p:spPr>
        <p:txBody>
          <a:bodyPr/>
          <a:lstStyle/>
          <a:p>
            <a:pPr marL="0" indent="0" eaLnBrk="1" hangingPunct="1">
              <a:lnSpc>
                <a:spcPct val="80000"/>
              </a:lnSpc>
              <a:buFont typeface="Wingdings" panose="05000000000000000000" pitchFamily="2" charset="2"/>
              <a:buNone/>
            </a:pPr>
            <a:r>
              <a:rPr lang="en-US" altLang="zh-CN" sz="1800" b="1" dirty="0">
                <a:ea typeface="宋体" pitchFamily="2" charset="-122"/>
              </a:rPr>
              <a:t>第 1.1 节</a:t>
            </a:r>
          </a:p>
        </p:txBody>
      </p:sp>
      <p:sp>
        <p:nvSpPr>
          <p:cNvPr id="7172" name="Text Box 3"/>
          <p:cNvSpPr txBox="1">
            <a:spLocks noChangeArrowheads="1"/>
          </p:cNvSpPr>
          <p:nvPr/>
        </p:nvSpPr>
        <p:spPr bwMode="auto">
          <a:xfrm>
            <a:off x="2362200" y="3276600"/>
            <a:ext cx="678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r>
              <a:rPr lang="en-US" altLang="zh-CN" sz="2400" b="1" dirty="0">
                <a:solidFill>
                  <a:schemeClr val="bg1"/>
                </a:solidFill>
                <a:latin typeface="Euclid" pitchFamily="18" charset="0"/>
                <a:ea typeface="Dotum" panose="020B0600000101010101" pitchFamily="34" charset="-127"/>
              </a:rPr>
              <a:t>第 1 </a:t>
            </a:r>
            <a:r>
              <a:rPr lang="en-US" altLang="zh-CN" sz="2400" b="1" dirty="0" err="1">
                <a:solidFill>
                  <a:schemeClr val="bg1"/>
                </a:solidFill>
                <a:latin typeface="Euclid" pitchFamily="18" charset="0"/>
                <a:ea typeface="Dotum" panose="020B0600000101010101" pitchFamily="34" charset="-127"/>
              </a:rPr>
              <a:t>章逻辑与证</a:t>
            </a:r>
            <a:r>
              <a:rPr lang="zh-CN" altLang="en-US" sz="2400" b="1" dirty="0">
                <a:solidFill>
                  <a:schemeClr val="bg1"/>
                </a:solidFill>
                <a:latin typeface="Euclid" pitchFamily="18" charset="0"/>
                <a:ea typeface="Dotum" panose="020B0600000101010101" pitchFamily="34" charset="-127"/>
              </a:rPr>
              <a:t>明</a:t>
            </a:r>
            <a:r>
              <a:rPr lang="en-US" altLang="zh-CN" sz="2400" b="1" dirty="0">
                <a:solidFill>
                  <a:schemeClr val="bg1"/>
                </a:solidFill>
                <a:latin typeface="Euclid" pitchFamily="18" charset="0"/>
                <a:ea typeface="Dotum" panose="020B0600000101010101" pitchFamily="34" charset="-127"/>
              </a:rPr>
              <a:t>、</a:t>
            </a:r>
            <a:r>
              <a:rPr lang="en-US" altLang="zh-CN" sz="2400" b="1" dirty="0" err="1">
                <a:solidFill>
                  <a:schemeClr val="bg1"/>
                </a:solidFill>
                <a:latin typeface="Euclid" pitchFamily="18" charset="0"/>
                <a:ea typeface="Dotum" panose="020B0600000101010101" pitchFamily="34" charset="-127"/>
              </a:rPr>
              <a:t>集合与函数</a:t>
            </a:r>
            <a:endParaRPr lang="en-US" altLang="zh-CN" sz="2400" b="1" dirty="0">
              <a:solidFill>
                <a:schemeClr val="bg1"/>
              </a:solidFill>
              <a:latin typeface="Euclid" pitchFamily="18" charset="0"/>
              <a:ea typeface="Dotum" panose="020B0600000101010101" pitchFamily="34" charset="-127"/>
            </a:endParaRPr>
          </a:p>
        </p:txBody>
      </p:sp>
      <p:sp>
        <p:nvSpPr>
          <p:cNvPr id="5125" name="WordArt 4"/>
          <p:cNvSpPr>
            <a:spLocks noChangeArrowheads="1" noChangeShapeType="1" noTextEdit="1"/>
          </p:cNvSpPr>
          <p:nvPr/>
        </p:nvSpPr>
        <p:spPr bwMode="auto">
          <a:xfrm>
            <a:off x="2590800" y="4419600"/>
            <a:ext cx="4419600" cy="1066800"/>
          </a:xfrm>
          <a:prstGeom prst="rect">
            <a:avLst/>
          </a:prstGeom>
        </p:spPr>
        <p:txBody>
          <a:bodyPr wrap="none" fromWordArt="1">
            <a:prstTxWarp prst="textDeflate">
              <a:avLst>
                <a:gd name="adj" fmla="val 0"/>
              </a:avLst>
            </a:prstTxWarp>
          </a:bodyPr>
          <a:lstStyle/>
          <a:p>
            <a:pPr algn="ctr"/>
            <a:r>
              <a:rPr lang="en-US" altLang="zh-CN" sz="3600" b="1" kern="10" dirty="0">
                <a:ln w="19050">
                  <a:solidFill>
                    <a:schemeClr val="bg1"/>
                  </a:solidFill>
                  <a:round/>
                </a:ln>
                <a:gradFill rotWithShape="1">
                  <a:gsLst>
                    <a:gs pos="0">
                      <a:schemeClr val="tx1"/>
                    </a:gs>
                    <a:gs pos="100000">
                      <a:schemeClr val="hlink"/>
                    </a:gs>
                  </a:gsLst>
                  <a:lin ang="0" scaled="1"/>
                </a:gradFill>
                <a:effectLst>
                  <a:outerShdw dist="63500" dir="2212194" algn="ctr" rotWithShape="0">
                    <a:srgbClr val="868686">
                      <a:alpha val="50000"/>
                    </a:srgbClr>
                  </a:outerShdw>
                </a:effectLst>
                <a:cs typeface="Arial" panose="020B0604020202090204" pitchFamily="34" charset="0"/>
              </a:rPr>
              <a:t>逻辑</a:t>
            </a:r>
            <a:endParaRPr lang="zh-CN" altLang="en-US" sz="3600" b="1" kern="10">
              <a:ln w="19050">
                <a:solidFill>
                  <a:schemeClr val="bg1"/>
                </a:solidFill>
                <a:round/>
              </a:ln>
              <a:gradFill rotWithShape="1">
                <a:gsLst>
                  <a:gs pos="0">
                    <a:schemeClr val="tx1"/>
                  </a:gs>
                  <a:gs pos="100000">
                    <a:schemeClr val="hlink"/>
                  </a:gs>
                </a:gsLst>
                <a:lin ang="0" scaled="1"/>
              </a:gradFill>
              <a:effectLst>
                <a:outerShdw dist="63500" dir="2212194" algn="ctr" rotWithShape="0">
                  <a:srgbClr val="868686">
                    <a:alpha val="50000"/>
                  </a:srgbClr>
                </a:outerShdw>
              </a:effectLst>
              <a:cs typeface="Arial" panose="020B0604020202090204" pitchFamily="34" charset="0"/>
            </a:endParaRPr>
          </a:p>
        </p:txBody>
      </p:sp>
      <p:sp>
        <p:nvSpPr>
          <p:cNvPr id="614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7462835-6616-4A1E-AF1C-FE14049CA252}" type="slidenum">
              <a:rPr lang="en-US" altLang="zh-CN" sz="1200">
                <a:effectLst>
                  <a:outerShdw blurRad="38100" dist="38100" dir="2700000" algn="tl">
                    <a:srgbClr val="C0C0C0"/>
                  </a:outerShdw>
                </a:effectLst>
                <a:latin typeface="Verdana" panose="020B0804030504040204" pitchFamily="34" charset="0"/>
              </a:rPr>
              <a:t>3</a:t>
            </a:fld>
            <a:endParaRPr lang="en-US" altLang="zh-CN" sz="1200" dirty="0">
              <a:effectLst>
                <a:outerShdw blurRad="38100" dist="38100" dir="2700000" algn="tl">
                  <a:srgbClr val="C0C0C0"/>
                </a:outerShdw>
              </a:effectLst>
              <a:latin typeface="Verdana" panose="020B08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p:cTn id="7" dur="500" fill="hold"/>
                                        <p:tgtEl>
                                          <p:spTgt spid="5125"/>
                                        </p:tgtEl>
                                        <p:attrNameLst>
                                          <p:attrName>ppt_w</p:attrName>
                                        </p:attrNameLst>
                                      </p:cBhvr>
                                      <p:tavLst>
                                        <p:tav tm="0">
                                          <p:val>
                                            <p:fltVal val="0"/>
                                          </p:val>
                                        </p:tav>
                                        <p:tav tm="100000">
                                          <p:val>
                                            <p:strVal val="#ppt_w"/>
                                          </p:val>
                                        </p:tav>
                                      </p:tavLst>
                                    </p:anim>
                                    <p:anim calcmode="lin" valueType="num">
                                      <p:cBhvr>
                                        <p:cTn id="8" dur="500" fill="hold"/>
                                        <p:tgtEl>
                                          <p:spTgt spid="5125"/>
                                        </p:tgtEl>
                                        <p:attrNameLst>
                                          <p:attrName>ppt_h</p:attrName>
                                        </p:attrNameLst>
                                      </p:cBhvr>
                                      <p:tavLst>
                                        <p:tav tm="0">
                                          <p:val>
                                            <p:fltVal val="0"/>
                                          </p:val>
                                        </p:tav>
                                        <p:tav tm="100000">
                                          <p:val>
                                            <p:strVal val="#ppt_h"/>
                                          </p:val>
                                        </p:tav>
                                      </p:tavLst>
                                    </p:anim>
                                    <p:animEffect transition="in" filter="fade">
                                      <p:cBhvr>
                                        <p:cTn id="9"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7462835-6616-4A1E-AF1C-FE14049CA252}" type="slidenum">
              <a:rPr lang="en-US" altLang="zh-CN" sz="1200">
                <a:effectLst>
                  <a:outerShdw blurRad="38100" dist="38100" dir="2700000" algn="tl">
                    <a:srgbClr val="C0C0C0"/>
                  </a:outerShdw>
                </a:effectLst>
                <a:latin typeface="Verdana" panose="020B0804030504040204" pitchFamily="34" charset="0"/>
              </a:rPr>
              <a:t>4</a:t>
            </a:fld>
            <a:endParaRPr lang="en-US" altLang="zh-CN" sz="1200" dirty="0">
              <a:effectLst>
                <a:outerShdw blurRad="38100" dist="38100" dir="2700000" algn="tl">
                  <a:srgbClr val="C0C0C0"/>
                </a:outerShdw>
              </a:effectLst>
              <a:latin typeface="Verdana" panose="020B0804030504040204" pitchFamily="34" charset="0"/>
            </a:endParaRPr>
          </a:p>
        </p:txBody>
      </p:sp>
      <p:sp>
        <p:nvSpPr>
          <p:cNvPr id="8195" name="Rectangle 2"/>
          <p:cNvSpPr>
            <a:spLocks noGrp="1" noChangeArrowheads="1"/>
          </p:cNvSpPr>
          <p:nvPr>
            <p:ph type="title" idx="4294967295"/>
          </p:nvPr>
        </p:nvSpPr>
        <p:spPr/>
        <p:txBody>
          <a:bodyPr/>
          <a:lstStyle/>
          <a:p>
            <a:pPr eaLnBrk="1" hangingPunct="1"/>
            <a:r>
              <a:rPr lang="en-US" altLang="zh-CN" dirty="0">
                <a:ea typeface="宋体" pitchFamily="2" charset="-122"/>
              </a:rPr>
              <a:t>目录</a:t>
            </a:r>
            <a:endParaRPr lang="en-US" altLang="zh-CN" dirty="0">
              <a:solidFill>
                <a:schemeClr val="accent1"/>
              </a:solidFill>
              <a:ea typeface="宋体" pitchFamily="2" charset="-122"/>
            </a:endParaRPr>
          </a:p>
        </p:txBody>
      </p:sp>
      <p:grpSp>
        <p:nvGrpSpPr>
          <p:cNvPr id="8196" name="Group 29"/>
          <p:cNvGrpSpPr/>
          <p:nvPr/>
        </p:nvGrpSpPr>
        <p:grpSpPr bwMode="auto">
          <a:xfrm>
            <a:off x="2057400" y="1828800"/>
            <a:ext cx="4724400" cy="4114800"/>
            <a:chOff x="0" y="0"/>
            <a:chExt cx="2976" cy="2592"/>
          </a:xfrm>
        </p:grpSpPr>
        <p:sp>
          <p:nvSpPr>
            <p:cNvPr id="8197" name="AutoShape 4"/>
            <p:cNvSpPr>
              <a:spLocks noChangeArrowheads="1"/>
            </p:cNvSpPr>
            <p:nvPr/>
          </p:nvSpPr>
          <p:spPr bwMode="auto">
            <a:xfrm>
              <a:off x="240" y="75"/>
              <a:ext cx="2736" cy="288"/>
            </a:xfrm>
            <a:prstGeom prst="roundRect">
              <a:avLst>
                <a:gd name="adj" fmla="val 16667"/>
              </a:avLst>
            </a:prstGeom>
            <a:noFill/>
            <a:ln w="28575">
              <a:solidFill>
                <a:schemeClr val="accent2"/>
              </a:solidFill>
              <a:round/>
            </a:ln>
            <a:effectLst>
              <a:outerShdw dist="99190" dir="2388334"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198" name="AutoShape 5"/>
            <p:cNvSpPr>
              <a:spLocks noChangeArrowheads="1"/>
            </p:cNvSpPr>
            <p:nvPr/>
          </p:nvSpPr>
          <p:spPr bwMode="auto">
            <a:xfrm>
              <a:off x="0" y="0"/>
              <a:ext cx="432" cy="432"/>
            </a:xfrm>
            <a:prstGeom prst="diamond">
              <a:avLst/>
            </a:prstGeom>
            <a:solidFill>
              <a:schemeClr val="accent2"/>
            </a:solidFill>
            <a:ln w="25400">
              <a:solidFill>
                <a:schemeClr val="bg1"/>
              </a:solidFill>
              <a:miter lim="800000"/>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199" name="Text Box 6"/>
            <p:cNvSpPr txBox="1">
              <a:spLocks noChangeArrowheads="1"/>
            </p:cNvSpPr>
            <p:nvPr/>
          </p:nvSpPr>
          <p:spPr bwMode="auto">
            <a:xfrm>
              <a:off x="384" y="110"/>
              <a:ext cx="2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zh-CN" altLang="en-US" sz="1800" b="1" dirty="0"/>
                <a:t>命题</a:t>
              </a:r>
              <a:endParaRPr lang="en-US" altLang="zh-CN" sz="1800" b="1" dirty="0"/>
            </a:p>
          </p:txBody>
        </p:sp>
        <p:sp>
          <p:nvSpPr>
            <p:cNvPr id="8200" name="Text Box 7"/>
            <p:cNvSpPr txBox="1">
              <a:spLocks noChangeArrowheads="1"/>
            </p:cNvSpPr>
            <p:nvPr/>
          </p:nvSpPr>
          <p:spPr bwMode="auto">
            <a:xfrm>
              <a:off x="97" y="6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a:solidFill>
                    <a:schemeClr val="bg1"/>
                  </a:solidFill>
                </a:rPr>
                <a:t>1</a:t>
              </a:r>
            </a:p>
          </p:txBody>
        </p:sp>
        <p:sp>
          <p:nvSpPr>
            <p:cNvPr id="8201" name="AutoShape 9"/>
            <p:cNvSpPr>
              <a:spLocks noChangeArrowheads="1"/>
            </p:cNvSpPr>
            <p:nvPr/>
          </p:nvSpPr>
          <p:spPr bwMode="auto">
            <a:xfrm>
              <a:off x="240" y="603"/>
              <a:ext cx="2736" cy="288"/>
            </a:xfrm>
            <a:prstGeom prst="roundRect">
              <a:avLst>
                <a:gd name="adj" fmla="val 16667"/>
              </a:avLst>
            </a:prstGeom>
            <a:noFill/>
            <a:ln w="28575">
              <a:solidFill>
                <a:schemeClr val="accent1"/>
              </a:solidFill>
              <a:round/>
            </a:ln>
            <a:effectLst>
              <a:outerShdw dist="99190" dir="2388334"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202" name="AutoShape 10"/>
            <p:cNvSpPr>
              <a:spLocks noChangeArrowheads="1"/>
            </p:cNvSpPr>
            <p:nvPr/>
          </p:nvSpPr>
          <p:spPr bwMode="auto">
            <a:xfrm>
              <a:off x="0" y="528"/>
              <a:ext cx="432" cy="432"/>
            </a:xfrm>
            <a:prstGeom prst="diamond">
              <a:avLst/>
            </a:prstGeom>
            <a:solidFill>
              <a:schemeClr val="accent1"/>
            </a:solidFill>
            <a:ln w="25400">
              <a:solidFill>
                <a:schemeClr val="bg1"/>
              </a:solidFill>
              <a:miter lim="800000"/>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203" name="Text Box 11"/>
            <p:cNvSpPr txBox="1">
              <a:spLocks noChangeArrowheads="1"/>
            </p:cNvSpPr>
            <p:nvPr/>
          </p:nvSpPr>
          <p:spPr bwMode="auto">
            <a:xfrm>
              <a:off x="432" y="638"/>
              <a:ext cx="24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zh-CN" altLang="en-US" sz="1800" b="1" dirty="0"/>
                <a:t>运算</a:t>
              </a:r>
              <a:endParaRPr lang="en-US" altLang="zh-CN" sz="1800" b="1" dirty="0"/>
            </a:p>
          </p:txBody>
        </p:sp>
        <p:sp>
          <p:nvSpPr>
            <p:cNvPr id="8204" name="Text Box 12"/>
            <p:cNvSpPr txBox="1">
              <a:spLocks noChangeArrowheads="1"/>
            </p:cNvSpPr>
            <p:nvPr/>
          </p:nvSpPr>
          <p:spPr bwMode="auto">
            <a:xfrm>
              <a:off x="97" y="59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a:solidFill>
                    <a:schemeClr val="bg1"/>
                  </a:solidFill>
                </a:rPr>
                <a:t>2</a:t>
              </a:r>
            </a:p>
          </p:txBody>
        </p:sp>
        <p:sp>
          <p:nvSpPr>
            <p:cNvPr id="8205" name="AutoShape 14"/>
            <p:cNvSpPr>
              <a:spLocks noChangeArrowheads="1"/>
            </p:cNvSpPr>
            <p:nvPr/>
          </p:nvSpPr>
          <p:spPr bwMode="auto">
            <a:xfrm>
              <a:off x="240" y="1131"/>
              <a:ext cx="2736" cy="288"/>
            </a:xfrm>
            <a:prstGeom prst="roundRect">
              <a:avLst>
                <a:gd name="adj" fmla="val 16667"/>
              </a:avLst>
            </a:prstGeom>
            <a:noFill/>
            <a:ln w="28575">
              <a:solidFill>
                <a:schemeClr val="hlink"/>
              </a:solidFill>
              <a:round/>
            </a:ln>
            <a:effectLst>
              <a:outerShdw dist="99190" dir="2388334"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206" name="AutoShape 15"/>
            <p:cNvSpPr>
              <a:spLocks noChangeArrowheads="1"/>
            </p:cNvSpPr>
            <p:nvPr/>
          </p:nvSpPr>
          <p:spPr bwMode="auto">
            <a:xfrm>
              <a:off x="0" y="1056"/>
              <a:ext cx="432" cy="432"/>
            </a:xfrm>
            <a:prstGeom prst="diamond">
              <a:avLst/>
            </a:prstGeom>
            <a:solidFill>
              <a:schemeClr val="hlink"/>
            </a:solidFill>
            <a:ln w="25400">
              <a:solidFill>
                <a:schemeClr val="bg1"/>
              </a:solidFill>
              <a:miter lim="800000"/>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207" name="Text Box 16"/>
            <p:cNvSpPr txBox="1">
              <a:spLocks noChangeArrowheads="1"/>
            </p:cNvSpPr>
            <p:nvPr/>
          </p:nvSpPr>
          <p:spPr bwMode="auto">
            <a:xfrm>
              <a:off x="384" y="1166"/>
              <a:ext cx="24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1800" b="1" dirty="0"/>
                <a:t>  </a:t>
              </a:r>
              <a:r>
                <a:rPr lang="en-US" altLang="zh-CN" sz="1800" b="1" dirty="0" err="1"/>
                <a:t>逻辑</a:t>
              </a:r>
              <a:r>
                <a:rPr lang="zh-CN" altLang="en-US" sz="1800" b="1" dirty="0"/>
                <a:t>运算</a:t>
              </a:r>
              <a:r>
                <a:rPr lang="en-US" altLang="zh-CN" sz="1800" b="1" dirty="0" err="1"/>
                <a:t>符的优先级</a:t>
              </a:r>
              <a:endParaRPr lang="en-US" altLang="zh-CN" sz="1800" b="1" dirty="0"/>
            </a:p>
          </p:txBody>
        </p:sp>
        <p:sp>
          <p:nvSpPr>
            <p:cNvPr id="8208" name="Text Box 17"/>
            <p:cNvSpPr txBox="1">
              <a:spLocks noChangeArrowheads="1"/>
            </p:cNvSpPr>
            <p:nvPr/>
          </p:nvSpPr>
          <p:spPr bwMode="auto">
            <a:xfrm>
              <a:off x="97" y="111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a:solidFill>
                    <a:schemeClr val="bg1"/>
                  </a:solidFill>
                </a:rPr>
                <a:t>3</a:t>
              </a:r>
            </a:p>
          </p:txBody>
        </p:sp>
        <p:sp>
          <p:nvSpPr>
            <p:cNvPr id="8209" name="AutoShape 19"/>
            <p:cNvSpPr>
              <a:spLocks noChangeArrowheads="1"/>
            </p:cNvSpPr>
            <p:nvPr/>
          </p:nvSpPr>
          <p:spPr bwMode="auto">
            <a:xfrm>
              <a:off x="240" y="1707"/>
              <a:ext cx="2736" cy="288"/>
            </a:xfrm>
            <a:prstGeom prst="roundRect">
              <a:avLst>
                <a:gd name="adj" fmla="val 16667"/>
              </a:avLst>
            </a:prstGeom>
            <a:noFill/>
            <a:ln w="28575">
              <a:solidFill>
                <a:schemeClr val="folHlink"/>
              </a:solidFill>
              <a:round/>
            </a:ln>
            <a:effectLst>
              <a:outerShdw dist="99190" dir="2388334"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8210" name="AutoShape 20"/>
            <p:cNvSpPr>
              <a:spLocks noChangeArrowheads="1"/>
            </p:cNvSpPr>
            <p:nvPr/>
          </p:nvSpPr>
          <p:spPr bwMode="auto">
            <a:xfrm>
              <a:off x="0" y="1632"/>
              <a:ext cx="432" cy="432"/>
            </a:xfrm>
            <a:prstGeom prst="diamond">
              <a:avLst/>
            </a:prstGeom>
            <a:solidFill>
              <a:schemeClr val="folHlink"/>
            </a:solidFill>
            <a:ln w="25400">
              <a:solidFill>
                <a:schemeClr val="bg1"/>
              </a:solidFill>
              <a:miter lim="800000"/>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211" name="Text Box 21"/>
            <p:cNvSpPr txBox="1">
              <a:spLocks noChangeArrowheads="1"/>
            </p:cNvSpPr>
            <p:nvPr/>
          </p:nvSpPr>
          <p:spPr bwMode="auto">
            <a:xfrm>
              <a:off x="384" y="1742"/>
              <a:ext cx="2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zh-CN" altLang="en-US" sz="1800" b="1" dirty="0"/>
                <a:t>自然语言至命题逻辑</a:t>
              </a:r>
              <a:endParaRPr lang="en-US" altLang="zh-CN" sz="1800" b="1" dirty="0"/>
            </a:p>
          </p:txBody>
        </p:sp>
        <p:sp>
          <p:nvSpPr>
            <p:cNvPr id="8212" name="Text Box 22"/>
            <p:cNvSpPr txBox="1">
              <a:spLocks noChangeArrowheads="1"/>
            </p:cNvSpPr>
            <p:nvPr/>
          </p:nvSpPr>
          <p:spPr bwMode="auto">
            <a:xfrm>
              <a:off x="97" y="169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a:solidFill>
                    <a:schemeClr val="bg1"/>
                  </a:solidFill>
                </a:rPr>
                <a:t>4</a:t>
              </a:r>
            </a:p>
          </p:txBody>
        </p:sp>
        <p:sp>
          <p:nvSpPr>
            <p:cNvPr id="8213" name="AutoShape 25"/>
            <p:cNvSpPr>
              <a:spLocks noChangeArrowheads="1"/>
            </p:cNvSpPr>
            <p:nvPr/>
          </p:nvSpPr>
          <p:spPr bwMode="auto">
            <a:xfrm>
              <a:off x="240" y="2235"/>
              <a:ext cx="2736" cy="288"/>
            </a:xfrm>
            <a:prstGeom prst="roundRect">
              <a:avLst>
                <a:gd name="adj" fmla="val 16667"/>
              </a:avLst>
            </a:prstGeom>
            <a:noFill/>
            <a:ln w="28575">
              <a:solidFill>
                <a:schemeClr val="folHlink"/>
              </a:solidFill>
              <a:round/>
            </a:ln>
            <a:effectLst>
              <a:outerShdw dist="99190" dir="2388334"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8214" name="AutoShape 26"/>
            <p:cNvSpPr>
              <a:spLocks noChangeArrowheads="1"/>
            </p:cNvSpPr>
            <p:nvPr/>
          </p:nvSpPr>
          <p:spPr bwMode="auto">
            <a:xfrm>
              <a:off x="0" y="2160"/>
              <a:ext cx="432" cy="432"/>
            </a:xfrm>
            <a:prstGeom prst="diamond">
              <a:avLst/>
            </a:prstGeom>
            <a:solidFill>
              <a:schemeClr val="accent2"/>
            </a:solidFill>
            <a:ln w="25400">
              <a:solidFill>
                <a:schemeClr val="bg1"/>
              </a:solidFill>
              <a:miter lim="800000"/>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8215" name="Text Box 27"/>
            <p:cNvSpPr txBox="1">
              <a:spLocks noChangeArrowheads="1"/>
            </p:cNvSpPr>
            <p:nvPr/>
          </p:nvSpPr>
          <p:spPr bwMode="auto">
            <a:xfrm>
              <a:off x="384" y="2270"/>
              <a:ext cx="2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1800" b="1" dirty="0"/>
                <a:t>应用实例</a:t>
              </a:r>
            </a:p>
          </p:txBody>
        </p:sp>
        <p:sp>
          <p:nvSpPr>
            <p:cNvPr id="8216" name="Text Box 28"/>
            <p:cNvSpPr txBox="1">
              <a:spLocks noChangeArrowheads="1"/>
            </p:cNvSpPr>
            <p:nvPr/>
          </p:nvSpPr>
          <p:spPr bwMode="auto">
            <a:xfrm>
              <a:off x="97" y="222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a:solidFill>
                    <a:schemeClr val="bg1"/>
                  </a:solidFill>
                </a:rPr>
                <a:t>5</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961BB563-F95C-4CDD-9C1B-98CF9A40982D}" type="slidenum">
              <a:rPr lang="en-US" altLang="zh-CN" sz="1200">
                <a:effectLst>
                  <a:outerShdw blurRad="38100" dist="38100" dir="2700000" algn="tl">
                    <a:srgbClr val="C0C0C0"/>
                  </a:outerShdw>
                </a:effectLst>
                <a:latin typeface="Verdana" panose="020B0804030504040204" pitchFamily="34" charset="0"/>
              </a:rPr>
              <a:t>5</a:t>
            </a:fld>
            <a:endParaRPr lang="en-US" altLang="zh-CN" sz="1200" dirty="0">
              <a:effectLst>
                <a:outerShdw blurRad="38100" dist="38100" dir="2700000" algn="tl">
                  <a:srgbClr val="C0C0C0"/>
                </a:outerShdw>
              </a:effectLst>
              <a:latin typeface="Verdana" panose="020B0804030504040204" pitchFamily="34" charset="0"/>
            </a:endParaRPr>
          </a:p>
        </p:txBody>
      </p:sp>
      <p:sp>
        <p:nvSpPr>
          <p:cNvPr id="9219" name="Rectangle 2"/>
          <p:cNvSpPr>
            <a:spLocks noGrp="1" noChangeArrowheads="1"/>
          </p:cNvSpPr>
          <p:nvPr>
            <p:ph type="title" idx="4294967295"/>
          </p:nvPr>
        </p:nvSpPr>
        <p:spPr/>
        <p:txBody>
          <a:bodyPr/>
          <a:lstStyle/>
          <a:p>
            <a:pPr eaLnBrk="1" hangingPunct="1"/>
            <a:endParaRPr lang="zh-CN" altLang="zh-CN">
              <a:ea typeface="宋体" pitchFamily="2" charset="-122"/>
            </a:endParaRPr>
          </a:p>
        </p:txBody>
      </p:sp>
      <p:grpSp>
        <p:nvGrpSpPr>
          <p:cNvPr id="9220" name="Group 4"/>
          <p:cNvGrpSpPr/>
          <p:nvPr/>
        </p:nvGrpSpPr>
        <p:grpSpPr bwMode="auto">
          <a:xfrm>
            <a:off x="1981200" y="2819400"/>
            <a:ext cx="5029200" cy="2438400"/>
            <a:chOff x="0" y="0"/>
            <a:chExt cx="1889" cy="1009"/>
          </a:xfrm>
        </p:grpSpPr>
        <p:grpSp>
          <p:nvGrpSpPr>
            <p:cNvPr id="9222" name="Group 5"/>
            <p:cNvGrpSpPr/>
            <p:nvPr/>
          </p:nvGrpSpPr>
          <p:grpSpPr bwMode="auto">
            <a:xfrm>
              <a:off x="0" y="90"/>
              <a:ext cx="1889" cy="919"/>
              <a:chOff x="0" y="0"/>
              <a:chExt cx="1926" cy="937"/>
            </a:xfrm>
          </p:grpSpPr>
          <p:sp>
            <p:nvSpPr>
              <p:cNvPr id="9227" name="Oval 6"/>
              <p:cNvSpPr>
                <a:spLocks noChangeArrowheads="1"/>
              </p:cNvSpPr>
              <p:nvPr/>
            </p:nvSpPr>
            <p:spPr bwMode="auto">
              <a:xfrm>
                <a:off x="21" y="30"/>
                <a:ext cx="1905" cy="907"/>
              </a:xfrm>
              <a:prstGeom prst="ellipse">
                <a:avLst/>
              </a:prstGeom>
              <a:gradFill rotWithShape="1">
                <a:gsLst>
                  <a:gs pos="0">
                    <a:schemeClr val="hlink"/>
                  </a:gs>
                  <a:gs pos="100000">
                    <a:srgbClr val="4A4A7C"/>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9228" name="Oval 7"/>
              <p:cNvSpPr>
                <a:spLocks noChangeArrowheads="1"/>
              </p:cNvSpPr>
              <p:nvPr/>
            </p:nvSpPr>
            <p:spPr bwMode="auto">
              <a:xfrm>
                <a:off x="0" y="0"/>
                <a:ext cx="1905" cy="907"/>
              </a:xfrm>
              <a:prstGeom prst="ellipse">
                <a:avLst/>
              </a:prstGeom>
              <a:gradFill rotWithShape="1">
                <a:gsLst>
                  <a:gs pos="0">
                    <a:srgbClr val="D2D2FF"/>
                  </a:gs>
                  <a:gs pos="100000">
                    <a:schemeClr val="hlink"/>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9223" name="Oval 8"/>
            <p:cNvSpPr>
              <a:spLocks noChangeArrowheads="1"/>
            </p:cNvSpPr>
            <p:nvPr/>
          </p:nvSpPr>
          <p:spPr bwMode="auto">
            <a:xfrm>
              <a:off x="89" y="0"/>
              <a:ext cx="1691" cy="845"/>
            </a:xfrm>
            <a:prstGeom prst="ellipse">
              <a:avLst/>
            </a:prstGeom>
            <a:gradFill rotWithShape="1">
              <a:gsLst>
                <a:gs pos="0">
                  <a:srgbClr val="37556B"/>
                </a:gs>
                <a:gs pos="100000">
                  <a:schemeClr val="accent1"/>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9224" name="Oval 9"/>
            <p:cNvSpPr>
              <a:spLocks noChangeArrowheads="1"/>
            </p:cNvSpPr>
            <p:nvPr/>
          </p:nvSpPr>
          <p:spPr bwMode="auto">
            <a:xfrm>
              <a:off x="111" y="5"/>
              <a:ext cx="1650" cy="824"/>
            </a:xfrm>
            <a:prstGeom prst="ellipse">
              <a:avLst/>
            </a:prstGeom>
            <a:gradFill rotWithShape="1">
              <a:gsLst>
                <a:gs pos="0">
                  <a:schemeClr val="accent1">
                    <a:alpha val="0"/>
                  </a:schemeClr>
                </a:gs>
                <a:gs pos="100000">
                  <a:srgbClr val="D0E6F7"/>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9225" name="Oval 10"/>
            <p:cNvSpPr>
              <a:spLocks noChangeArrowheads="1"/>
            </p:cNvSpPr>
            <p:nvPr/>
          </p:nvSpPr>
          <p:spPr bwMode="auto">
            <a:xfrm>
              <a:off x="128" y="13"/>
              <a:ext cx="1570" cy="770"/>
            </a:xfrm>
            <a:prstGeom prst="ellipse">
              <a:avLst/>
            </a:prstGeom>
            <a:gradFill rotWithShape="1">
              <a:gsLst>
                <a:gs pos="0">
                  <a:srgbClr val="5E91B7"/>
                </a:gs>
                <a:gs pos="100000">
                  <a:schemeClr val="accent1">
                    <a:alpha val="48000"/>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9226" name="Oval 11"/>
            <p:cNvSpPr>
              <a:spLocks noChangeArrowheads="1"/>
            </p:cNvSpPr>
            <p:nvPr/>
          </p:nvSpPr>
          <p:spPr bwMode="auto">
            <a:xfrm>
              <a:off x="211" y="30"/>
              <a:ext cx="1382" cy="624"/>
            </a:xfrm>
            <a:prstGeom prst="ellipse">
              <a:avLst/>
            </a:prstGeom>
            <a:gradFill rotWithShape="1">
              <a:gsLst>
                <a:gs pos="0">
                  <a:srgbClr val="FFFFFF"/>
                </a:gs>
                <a:gs pos="100000">
                  <a:schemeClr val="accent1">
                    <a:alpha val="37999"/>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9221" name="Rectangle 3"/>
          <p:cNvSpPr>
            <a:spLocks noGrp="1" noChangeArrowheads="1"/>
          </p:cNvSpPr>
          <p:nvPr>
            <p:ph type="body" idx="4294967295"/>
          </p:nvPr>
        </p:nvSpPr>
        <p:spPr>
          <a:xfrm>
            <a:off x="2743200" y="3505200"/>
            <a:ext cx="3429000" cy="457186"/>
          </a:xfrm>
        </p:spPr>
        <p:txBody>
          <a:bodyPr/>
          <a:lstStyle/>
          <a:p>
            <a:pPr eaLnBrk="1" hangingPunct="1">
              <a:lnSpc>
                <a:spcPct val="80000"/>
              </a:lnSpc>
            </a:pPr>
            <a:r>
              <a:rPr lang="zh-CN" altLang="en-US" sz="3600" b="1" dirty="0">
                <a:ea typeface="宋体" pitchFamily="2" charset="-122"/>
              </a:rPr>
              <a:t>命题</a:t>
            </a:r>
            <a:endParaRPr lang="en-US" altLang="zh-CN" sz="3600" b="1" dirty="0">
              <a:ea typeface="宋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7"/>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0E5F574-0C6F-4DA4-A0EC-6979228ABCF2}" type="slidenum">
              <a:rPr lang="en-US" altLang="zh-CN" sz="1200">
                <a:effectLst>
                  <a:outerShdw blurRad="38100" dist="38100" dir="2700000" algn="tl">
                    <a:srgbClr val="C0C0C0"/>
                  </a:outerShdw>
                </a:effectLst>
                <a:latin typeface="Verdana" panose="020B0804030504040204" pitchFamily="34" charset="0"/>
              </a:rPr>
              <a:t>6</a:t>
            </a:fld>
            <a:endParaRPr lang="en-US" altLang="zh-CN" sz="1200" dirty="0">
              <a:effectLst>
                <a:outerShdw blurRad="38100" dist="38100" dir="2700000" algn="tl">
                  <a:srgbClr val="C0C0C0"/>
                </a:outerShdw>
              </a:effectLst>
              <a:latin typeface="Verdana" panose="020B0804030504040204" pitchFamily="34" charset="0"/>
            </a:endParaRPr>
          </a:p>
        </p:txBody>
      </p:sp>
      <p:sp>
        <p:nvSpPr>
          <p:cNvPr id="10243" name="Rectangle 2"/>
          <p:cNvSpPr>
            <a:spLocks noGrp="1" noChangeArrowheads="1"/>
          </p:cNvSpPr>
          <p:nvPr>
            <p:ph type="title" idx="4294967295"/>
          </p:nvPr>
        </p:nvSpPr>
        <p:spPr/>
        <p:txBody>
          <a:bodyPr/>
          <a:lstStyle/>
          <a:p>
            <a:pPr eaLnBrk="1" hangingPunct="1"/>
            <a:r>
              <a:rPr lang="en-US" altLang="zh-CN" dirty="0">
                <a:ea typeface="宋体" pitchFamily="2" charset="-122"/>
              </a:rPr>
              <a:t>命题逻辑（§1.1）</a:t>
            </a:r>
          </a:p>
        </p:txBody>
      </p:sp>
      <p:sp>
        <p:nvSpPr>
          <p:cNvPr id="10244" name="Rectangle 3"/>
          <p:cNvSpPr>
            <a:spLocks noGrp="1" noChangeArrowheads="1"/>
          </p:cNvSpPr>
          <p:nvPr>
            <p:ph type="body" sz="half" idx="4294967295"/>
          </p:nvPr>
        </p:nvSpPr>
        <p:spPr/>
        <p:txBody>
          <a:bodyPr/>
          <a:lstStyle/>
          <a:p>
            <a:pPr eaLnBrk="1" hangingPunct="1">
              <a:buFont typeface="Wingdings" panose="05000000000000000000" pitchFamily="2" charset="2"/>
              <a:buNone/>
            </a:pPr>
            <a:r>
              <a:rPr lang="en-US" altLang="zh-CN" sz="2800" i="1" dirty="0">
                <a:ea typeface="宋体" pitchFamily="2" charset="-122"/>
              </a:rPr>
              <a:t>命题逻辑</a:t>
            </a:r>
            <a:r>
              <a:rPr lang="en-US" altLang="zh-CN" sz="2800" dirty="0">
                <a:ea typeface="宋体" pitchFamily="2" charset="-122"/>
              </a:rPr>
              <a:t>是由较简单的语句通过所谓的布尔连接词建立起来的复合语句的逻辑 </a:t>
            </a:r>
            <a:br>
              <a:rPr lang="en-US" altLang="zh-CN" sz="2800" dirty="0">
                <a:ea typeface="宋体" pitchFamily="2" charset="-122"/>
              </a:rPr>
            </a:br>
            <a:r>
              <a:rPr lang="en-US" altLang="zh-CN" sz="2800" dirty="0">
                <a:ea typeface="宋体" pitchFamily="2" charset="-122"/>
              </a:rPr>
              <a:t>使用所谓的</a:t>
            </a:r>
            <a:r>
              <a:rPr lang="en-US" altLang="zh-CN" sz="2800" i="1" dirty="0">
                <a:ea typeface="宋体" pitchFamily="2" charset="-122"/>
              </a:rPr>
              <a:t>布尔连接词。</a:t>
            </a:r>
          </a:p>
          <a:p>
            <a:pPr eaLnBrk="1" hangingPunct="1">
              <a:buFont typeface="Wingdings" panose="05000000000000000000" pitchFamily="2" charset="2"/>
              <a:buNone/>
            </a:pPr>
            <a:r>
              <a:rPr lang="en-US" altLang="zh-CN" sz="2800" dirty="0">
                <a:solidFill>
                  <a:srgbClr val="FF0000"/>
                </a:solidFill>
                <a:ea typeface="宋体" pitchFamily="2" charset="-122"/>
              </a:rPr>
              <a:t>计算机科学中的一些应用</a:t>
            </a:r>
          </a:p>
          <a:p>
            <a:pPr eaLnBrk="1" hangingPunct="1"/>
            <a:r>
              <a:rPr lang="en-US" altLang="zh-CN" sz="2800" dirty="0">
                <a:solidFill>
                  <a:srgbClr val="000000"/>
                </a:solidFill>
                <a:ea typeface="宋体" pitchFamily="2" charset="-122"/>
              </a:rPr>
              <a:t>设计数字电子电路</a:t>
            </a:r>
          </a:p>
          <a:p>
            <a:pPr eaLnBrk="1" hangingPunct="1"/>
            <a:r>
              <a:rPr lang="en-US" altLang="zh-CN" sz="2800" dirty="0">
                <a:solidFill>
                  <a:srgbClr val="000000"/>
                </a:solidFill>
                <a:ea typeface="宋体" pitchFamily="2" charset="-122"/>
              </a:rPr>
              <a:t>在程序中表达条件</a:t>
            </a:r>
          </a:p>
          <a:p>
            <a:pPr eaLnBrk="1" hangingPunct="1"/>
            <a:r>
              <a:rPr lang="en-US" altLang="zh-CN" sz="2800" dirty="0">
                <a:solidFill>
                  <a:srgbClr val="000000"/>
                </a:solidFill>
                <a:ea typeface="宋体" pitchFamily="2" charset="-122"/>
              </a:rPr>
              <a:t>查询数据库和搜索引擎。</a:t>
            </a:r>
          </a:p>
          <a:p>
            <a:pPr eaLnBrk="1" hangingPunct="1"/>
            <a:r>
              <a:rPr lang="en-US" altLang="zh-CN" sz="2800" dirty="0">
                <a:solidFill>
                  <a:srgbClr val="000000"/>
                </a:solidFill>
                <a:ea typeface="宋体" pitchFamily="2" charset="-122"/>
              </a:rPr>
              <a:t>定理证明</a:t>
            </a:r>
          </a:p>
          <a:p>
            <a:pPr eaLnBrk="1" hangingPunct="1"/>
            <a:r>
              <a:rPr lang="en-US" altLang="zh-CN" sz="2800" dirty="0">
                <a:solidFill>
                  <a:srgbClr val="000000"/>
                </a:solidFill>
                <a:ea typeface="宋体" pitchFamily="2" charset="-122"/>
              </a:rPr>
              <a:t>神经网络架构属性</a:t>
            </a:r>
          </a:p>
          <a:p>
            <a:pPr marL="0" indent="0" eaLnBrk="1" hangingPunct="1">
              <a:buNone/>
            </a:pPr>
            <a:r>
              <a:rPr lang="en-US" altLang="zh-CN" sz="2800" dirty="0">
                <a:solidFill>
                  <a:srgbClr val="000000"/>
                </a:solidFill>
                <a:ea typeface="宋体" pitchFamily="2" charset="-122"/>
              </a:rPr>
              <a:t>   分析。</a:t>
            </a:r>
          </a:p>
          <a:p>
            <a:pPr eaLnBrk="1" hangingPunct="1"/>
            <a:endParaRPr lang="en-US" altLang="zh-CN" sz="2800" dirty="0">
              <a:solidFill>
                <a:srgbClr val="000000"/>
              </a:solidFill>
              <a:ea typeface="宋体" pitchFamily="2" charset="-122"/>
            </a:endParaRPr>
          </a:p>
        </p:txBody>
      </p:sp>
      <p:pic>
        <p:nvPicPr>
          <p:cNvPr id="10245" name="Picture 4" descr="Boole"/>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7391400" y="3721100"/>
            <a:ext cx="1628775" cy="1905000"/>
          </a:xfrm>
          <a:ln w="38100">
            <a:solidFill>
              <a:srgbClr val="006600"/>
            </a:solidFill>
            <a:miter lim="800000"/>
            <a:headEnd/>
            <a:tailEnd/>
          </a:ln>
        </p:spPr>
      </p:pic>
      <p:sp>
        <p:nvSpPr>
          <p:cNvPr id="10246" name="Text Box 6"/>
          <p:cNvSpPr txBox="1">
            <a:spLocks noChangeArrowheads="1"/>
          </p:cNvSpPr>
          <p:nvPr/>
        </p:nvSpPr>
        <p:spPr bwMode="auto">
          <a:xfrm>
            <a:off x="7391400" y="5626100"/>
            <a:ext cx="1517650" cy="698500"/>
          </a:xfrm>
          <a:prstGeom prst="rect">
            <a:avLst/>
          </a:prstGeom>
          <a:solidFill>
            <a:srgbClr val="FFFFCC"/>
          </a:solidFill>
          <a:ln w="57150">
            <a:solidFill>
              <a:srgbClr val="006600"/>
            </a:solidFill>
            <a:miter lim="800000"/>
          </a:ln>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1800" dirty="0">
                <a:latin typeface="Times New Roman" panose="02020503050405090304" pitchFamily="18" charset="0"/>
              </a:rPr>
              <a:t>乔治-布尔</a:t>
            </a:r>
            <a:br>
              <a:rPr lang="en-US" altLang="zh-CN" sz="1800" dirty="0">
                <a:latin typeface="Times New Roman" panose="02020503050405090304" pitchFamily="18" charset="0"/>
              </a:rPr>
            </a:br>
            <a:r>
              <a:rPr lang="en-US" altLang="zh-CN" sz="1800" dirty="0">
                <a:latin typeface="Times New Roman" panose="02020503050405090304" pitchFamily="18" charset="0"/>
              </a:rPr>
              <a:t>(1815-1864)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D9B9A27A-99CD-4047-9E98-BE49AA0D3162}" type="slidenum">
              <a:rPr lang="en-US" altLang="zh-CN" sz="1200">
                <a:effectLst>
                  <a:outerShdw blurRad="38100" dist="38100" dir="2700000" algn="tl">
                    <a:srgbClr val="C0C0C0"/>
                  </a:outerShdw>
                </a:effectLst>
                <a:latin typeface="Verdana" panose="020B0804030504040204" pitchFamily="34" charset="0"/>
              </a:rPr>
              <a:t>7</a:t>
            </a:fld>
            <a:endParaRPr lang="en-US" altLang="zh-CN" sz="1200">
              <a:effectLst>
                <a:outerShdw blurRad="38100" dist="38100" dir="2700000" algn="tl">
                  <a:srgbClr val="C0C0C0"/>
                </a:outerShdw>
              </a:effectLst>
              <a:latin typeface="Verdana" panose="020B0804030504040204" pitchFamily="34" charset="0"/>
            </a:endParaRPr>
          </a:p>
        </p:txBody>
      </p:sp>
      <p:sp>
        <p:nvSpPr>
          <p:cNvPr id="12291" name="Rectangle 2"/>
          <p:cNvSpPr>
            <a:spLocks noGrp="1" noChangeArrowheads="1"/>
          </p:cNvSpPr>
          <p:nvPr>
            <p:ph type="title" idx="4294967295"/>
          </p:nvPr>
        </p:nvSpPr>
        <p:spPr/>
        <p:txBody>
          <a:bodyPr/>
          <a:lstStyle/>
          <a:p>
            <a:pPr eaLnBrk="1" hangingPunct="1"/>
            <a:r>
              <a:rPr lang="en-US" altLang="zh-CN">
                <a:ea typeface="宋体" pitchFamily="2" charset="-122"/>
              </a:rPr>
              <a:t>自然语言命题</a:t>
            </a:r>
          </a:p>
        </p:txBody>
      </p:sp>
      <p:sp>
        <p:nvSpPr>
          <p:cNvPr id="12292" name="Rectangle 3"/>
          <p:cNvSpPr>
            <a:spLocks noGrp="1" noChangeArrowheads="1"/>
          </p:cNvSpPr>
          <p:nvPr>
            <p:ph type="body" idx="4294967295"/>
          </p:nvPr>
        </p:nvSpPr>
        <p:spPr>
          <a:xfrm>
            <a:off x="228600" y="1905000"/>
            <a:ext cx="8763000" cy="4419600"/>
          </a:xfrm>
        </p:spPr>
        <p:txBody>
          <a:bodyPr/>
          <a:lstStyle/>
          <a:p>
            <a:pPr eaLnBrk="1" hangingPunct="1">
              <a:lnSpc>
                <a:spcPct val="90000"/>
              </a:lnSpc>
              <a:buFont typeface="Wingdings" panose="05000000000000000000" pitchFamily="2" charset="2"/>
              <a:buNone/>
            </a:pPr>
            <a:r>
              <a:rPr lang="en-US" altLang="zh-CN" dirty="0">
                <a:ea typeface="宋体" pitchFamily="2" charset="-122"/>
              </a:rPr>
              <a:t>在命题逻辑中，命题简单地说就是：</a:t>
            </a:r>
          </a:p>
          <a:p>
            <a:pPr eaLnBrk="1" hangingPunct="1">
              <a:lnSpc>
                <a:spcPct val="90000"/>
              </a:lnSpc>
            </a:pPr>
            <a:r>
              <a:rPr lang="en-US" altLang="zh-CN" dirty="0">
                <a:ea typeface="宋体" pitchFamily="2" charset="-122"/>
              </a:rPr>
              <a:t>陈述句 </a:t>
            </a:r>
          </a:p>
          <a:p>
            <a:pPr lvl="1" eaLnBrk="1" hangingPunct="1">
              <a:lnSpc>
                <a:spcPct val="90000"/>
              </a:lnSpc>
            </a:pPr>
            <a:r>
              <a:rPr lang="en-US" altLang="zh-CN" sz="3200" dirty="0">
                <a:ea typeface="宋体" pitchFamily="2" charset="-122"/>
              </a:rPr>
              <a:t>有一定含义</a:t>
            </a:r>
          </a:p>
          <a:p>
            <a:pPr eaLnBrk="1" hangingPunct="1">
              <a:lnSpc>
                <a:spcPct val="90000"/>
              </a:lnSpc>
            </a:pPr>
            <a:r>
              <a:rPr lang="en-US" altLang="zh-CN" dirty="0" err="1">
                <a:ea typeface="宋体" pitchFamily="2" charset="-122"/>
              </a:rPr>
              <a:t>具有真值，即真（</a:t>
            </a:r>
            <a:r>
              <a:rPr lang="en-US" altLang="zh-CN" b="1" dirty="0" err="1">
                <a:ea typeface="宋体" pitchFamily="2" charset="-122"/>
              </a:rPr>
              <a:t>T</a:t>
            </a:r>
            <a:r>
              <a:rPr lang="en-US" altLang="zh-CN" dirty="0" err="1">
                <a:ea typeface="宋体" pitchFamily="2" charset="-122"/>
              </a:rPr>
              <a:t>）或假（</a:t>
            </a:r>
            <a:r>
              <a:rPr lang="en-US" altLang="zh-CN" b="1" dirty="0" err="1">
                <a:ea typeface="宋体" pitchFamily="2" charset="-122"/>
              </a:rPr>
              <a:t>F</a:t>
            </a:r>
            <a:r>
              <a:rPr lang="en-US" altLang="zh-CN" b="1" dirty="0">
                <a:ea typeface="宋体" pitchFamily="2" charset="-122"/>
              </a:rPr>
              <a:t>） </a:t>
            </a:r>
          </a:p>
          <a:p>
            <a:pPr lvl="1" eaLnBrk="1" hangingPunct="1">
              <a:lnSpc>
                <a:spcPct val="90000"/>
              </a:lnSpc>
            </a:pPr>
            <a:r>
              <a:rPr lang="en-US" altLang="zh-CN" sz="3200" dirty="0">
                <a:ea typeface="宋体" pitchFamily="2" charset="-122"/>
              </a:rPr>
              <a:t>永远不会两者兼而有之，或者</a:t>
            </a:r>
            <a:r>
              <a:rPr lang="en-US" altLang="zh-CN" sz="3200" dirty="0">
                <a:latin typeface="Times New Roman" panose="02020503050405090304" pitchFamily="18" charset="0"/>
                <a:ea typeface="宋体" pitchFamily="2" charset="-122"/>
              </a:rPr>
              <a:t> "</a:t>
            </a:r>
            <a:r>
              <a:rPr lang="en-US" altLang="zh-CN" sz="3200" dirty="0">
                <a:ea typeface="宋体" pitchFamily="2" charset="-122"/>
              </a:rPr>
              <a:t>介于两者之间</a:t>
            </a:r>
            <a:r>
              <a:rPr lang="en-US" altLang="zh-CN" sz="3200" dirty="0">
                <a:latin typeface="Times New Roman" panose="02020503050405090304" pitchFamily="18" charset="0"/>
                <a:ea typeface="宋体" pitchFamily="2" charset="-122"/>
              </a:rPr>
              <a:t>"</a:t>
            </a:r>
            <a:r>
              <a:rPr lang="en-US" altLang="zh-CN" sz="3200" dirty="0">
                <a:ea typeface="宋体" pitchFamily="2" charset="-122"/>
              </a:rPr>
              <a:t>。然而，您可能不</a:t>
            </a:r>
            <a:r>
              <a:rPr lang="en-US" altLang="zh-CN" sz="3200" i="1" dirty="0">
                <a:ea typeface="宋体" pitchFamily="2" charset="-122"/>
              </a:rPr>
              <a:t>知道 </a:t>
            </a:r>
            <a:br>
              <a:rPr lang="en-US" altLang="zh-CN" sz="3200" dirty="0">
                <a:ea typeface="宋体" pitchFamily="2" charset="-122"/>
              </a:rPr>
            </a:br>
            <a:r>
              <a:rPr lang="en-US" altLang="zh-CN" sz="3200" dirty="0">
                <a:ea typeface="宋体" pitchFamily="2" charset="-122"/>
              </a:rPr>
              <a:t>真值</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F631B574-1C77-433C-974A-6BC1E6A1699F}" type="slidenum">
              <a:rPr lang="en-US" altLang="zh-CN" sz="1200">
                <a:effectLst>
                  <a:outerShdw blurRad="38100" dist="38100" dir="2700000" algn="tl">
                    <a:srgbClr val="C0C0C0"/>
                  </a:outerShdw>
                </a:effectLst>
                <a:latin typeface="Verdana" panose="020B0804030504040204" pitchFamily="34" charset="0"/>
              </a:rPr>
              <a:t>8</a:t>
            </a:fld>
            <a:endParaRPr lang="en-US" altLang="zh-CN" sz="1200">
              <a:effectLst>
                <a:outerShdw blurRad="38100" dist="38100" dir="2700000" algn="tl">
                  <a:srgbClr val="C0C0C0"/>
                </a:outerShdw>
              </a:effectLst>
              <a:latin typeface="Verdana" panose="020B0804030504040204" pitchFamily="34" charset="0"/>
            </a:endParaRPr>
          </a:p>
        </p:txBody>
      </p:sp>
      <p:sp>
        <p:nvSpPr>
          <p:cNvPr id="13315" name="Rectangle 2"/>
          <p:cNvSpPr>
            <a:spLocks noGrp="1" noChangeArrowheads="1"/>
          </p:cNvSpPr>
          <p:nvPr>
            <p:ph type="title" idx="4294967295"/>
          </p:nvPr>
        </p:nvSpPr>
        <p:spPr/>
        <p:txBody>
          <a:bodyPr/>
          <a:lstStyle/>
          <a:p>
            <a:pPr eaLnBrk="1" hangingPunct="1"/>
            <a:r>
              <a:rPr lang="zh-CN" altLang="en-US" dirty="0"/>
              <a:t>自然语言命题示例</a:t>
            </a:r>
            <a:endParaRPr lang="en-US" altLang="zh-CN" dirty="0">
              <a:ea typeface="宋体" pitchFamily="2" charset="-122"/>
            </a:endParaRPr>
          </a:p>
        </p:txBody>
      </p:sp>
      <p:sp>
        <p:nvSpPr>
          <p:cNvPr id="13316" name="Rectangle 3"/>
          <p:cNvSpPr>
            <a:spLocks noGrp="1" noChangeArrowheads="1"/>
          </p:cNvSpPr>
          <p:nvPr>
            <p:ph type="body" idx="4294967295"/>
          </p:nvPr>
        </p:nvSpPr>
        <p:spPr/>
        <p:txBody>
          <a:bodyPr/>
          <a:lstStyle/>
          <a:p>
            <a:pPr eaLnBrk="1" hangingPunct="1"/>
            <a:r>
              <a:rPr lang="en-US" altLang="zh-CN" sz="2800" dirty="0">
                <a:solidFill>
                  <a:srgbClr val="000000"/>
                </a:solidFill>
                <a:latin typeface="Times New Roman" panose="02020503050405090304" pitchFamily="18" charset="0"/>
                <a:ea typeface="宋体" pitchFamily="2" charset="-122"/>
              </a:rPr>
              <a:t>"</a:t>
            </a:r>
            <a:r>
              <a:rPr lang="en-US" altLang="zh-CN" sz="2800" dirty="0" err="1">
                <a:solidFill>
                  <a:srgbClr val="000000"/>
                </a:solidFill>
                <a:ea typeface="宋体" pitchFamily="2" charset="-122"/>
              </a:rPr>
              <a:t>下雨了</a:t>
            </a:r>
            <a:r>
              <a:rPr lang="en-US" altLang="zh-CN" sz="2800" dirty="0">
                <a:solidFill>
                  <a:srgbClr val="000000"/>
                </a:solidFill>
                <a:latin typeface="Times New Roman" panose="02020503050405090304" pitchFamily="18" charset="0"/>
                <a:ea typeface="宋体" pitchFamily="2" charset="-122"/>
              </a:rPr>
              <a:t>"</a:t>
            </a:r>
            <a:r>
              <a:rPr lang="en-US" altLang="zh-CN" sz="2800" dirty="0">
                <a:solidFill>
                  <a:srgbClr val="000000"/>
                </a:solidFill>
                <a:ea typeface="宋体" pitchFamily="2" charset="-122"/>
              </a:rPr>
              <a:t>。  </a:t>
            </a:r>
            <a:r>
              <a:rPr lang="en-US" altLang="zh-CN" sz="2800" dirty="0">
                <a:solidFill>
                  <a:srgbClr val="FF0000"/>
                </a:solidFill>
                <a:ea typeface="宋体" pitchFamily="2" charset="-122"/>
              </a:rPr>
              <a:t>(</a:t>
            </a:r>
            <a:r>
              <a:rPr lang="en-US" altLang="zh-CN" sz="2800" dirty="0" err="1">
                <a:solidFill>
                  <a:srgbClr val="FF0000"/>
                </a:solidFill>
                <a:ea typeface="宋体" pitchFamily="2" charset="-122"/>
              </a:rPr>
              <a:t>在特定情况下</a:t>
            </a:r>
            <a:r>
              <a:rPr lang="en-US" altLang="zh-CN" sz="2800" dirty="0">
                <a:solidFill>
                  <a:srgbClr val="FF0000"/>
                </a:solidFill>
                <a:ea typeface="宋体" pitchFamily="2" charset="-122"/>
              </a:rPr>
              <a:t>）。</a:t>
            </a:r>
          </a:p>
          <a:p>
            <a:pPr eaLnBrk="1" hangingPunct="1"/>
            <a:r>
              <a:rPr lang="en-US" altLang="zh-CN" sz="2800" dirty="0">
                <a:solidFill>
                  <a:srgbClr val="000000"/>
                </a:solidFill>
                <a:ea typeface="宋体" pitchFamily="2" charset="-122"/>
              </a:rPr>
              <a:t>“</a:t>
            </a:r>
            <a:r>
              <a:rPr lang="en-US" altLang="zh-CN" sz="2800" dirty="0" err="1">
                <a:solidFill>
                  <a:srgbClr val="000000"/>
                </a:solidFill>
                <a:ea typeface="宋体" pitchFamily="2" charset="-122"/>
              </a:rPr>
              <a:t>北京是中国的首都</a:t>
            </a:r>
            <a:r>
              <a:rPr lang="en-US" altLang="zh-CN" sz="2800" dirty="0">
                <a:solidFill>
                  <a:srgbClr val="000000"/>
                </a:solidFill>
                <a:ea typeface="宋体" pitchFamily="2" charset="-122"/>
              </a:rPr>
              <a:t>，</a:t>
            </a:r>
            <a:r>
              <a:rPr lang="zh-CN" altLang="en-US" sz="2800" dirty="0">
                <a:solidFill>
                  <a:srgbClr val="000000"/>
                </a:solidFill>
                <a:ea typeface="宋体" pitchFamily="2" charset="-122"/>
              </a:rPr>
              <a:t>且，</a:t>
            </a:r>
            <a:r>
              <a:rPr lang="en-US" altLang="zh-CN" sz="2800" dirty="0">
                <a:solidFill>
                  <a:srgbClr val="000000"/>
                </a:solidFill>
                <a:ea typeface="宋体" pitchFamily="2" charset="-122"/>
              </a:rPr>
              <a:t>1 + 2 = 2</a:t>
            </a:r>
          </a:p>
          <a:p>
            <a:pPr eaLnBrk="1" hangingPunct="1">
              <a:buFont typeface="Wingdings" panose="05000000000000000000" pitchFamily="2" charset="2"/>
              <a:buNone/>
            </a:pPr>
            <a:r>
              <a:rPr lang="en-US" altLang="zh-CN" sz="2800" u="sng" dirty="0" err="1">
                <a:ea typeface="宋体" pitchFamily="2" charset="-122"/>
              </a:rPr>
              <a:t>但是，以下内容</a:t>
            </a:r>
            <a:r>
              <a:rPr lang="en-US" altLang="zh-CN" sz="2800" b="1" u="sng" dirty="0" err="1">
                <a:ea typeface="宋体" pitchFamily="2" charset="-122"/>
              </a:rPr>
              <a:t>并不是</a:t>
            </a:r>
            <a:r>
              <a:rPr lang="en-US" altLang="zh-CN" sz="2800" u="sng" dirty="0" err="1">
                <a:ea typeface="宋体" pitchFamily="2" charset="-122"/>
              </a:rPr>
              <a:t>命题</a:t>
            </a:r>
            <a:r>
              <a:rPr lang="en-US" altLang="zh-CN" sz="2800" u="sng" dirty="0">
                <a:ea typeface="宋体" pitchFamily="2" charset="-122"/>
              </a:rPr>
              <a:t>：</a:t>
            </a:r>
            <a:endParaRPr lang="en-US" altLang="zh-CN" sz="2800" dirty="0">
              <a:solidFill>
                <a:srgbClr val="FF0000"/>
              </a:solidFill>
              <a:ea typeface="宋体" pitchFamily="2" charset="-122"/>
            </a:endParaRPr>
          </a:p>
          <a:p>
            <a:pPr eaLnBrk="1" hangingPunct="1"/>
            <a:r>
              <a:rPr lang="en-US" altLang="zh-CN" sz="2800" dirty="0">
                <a:solidFill>
                  <a:srgbClr val="000000"/>
                </a:solidFill>
                <a:latin typeface="Times New Roman" panose="02020503050405090304" pitchFamily="18" charset="0"/>
                <a:ea typeface="宋体" pitchFamily="2" charset="-122"/>
              </a:rPr>
              <a:t>"</a:t>
            </a:r>
            <a:r>
              <a:rPr lang="en-US" altLang="zh-CN" sz="2800" dirty="0" err="1">
                <a:solidFill>
                  <a:srgbClr val="000000"/>
                </a:solidFill>
                <a:ea typeface="宋体" pitchFamily="2" charset="-122"/>
              </a:rPr>
              <a:t>谁在那儿</a:t>
            </a:r>
            <a:r>
              <a:rPr lang="en-US" altLang="zh-CN" sz="2800" dirty="0">
                <a:solidFill>
                  <a:srgbClr val="000000"/>
                </a:solidFill>
                <a:ea typeface="宋体" pitchFamily="2" charset="-122"/>
              </a:rPr>
              <a:t>？</a:t>
            </a:r>
            <a:r>
              <a:rPr lang="en-US" altLang="zh-CN" sz="2800" dirty="0">
                <a:solidFill>
                  <a:srgbClr val="000000"/>
                </a:solidFill>
                <a:latin typeface="Times New Roman" panose="02020503050405090304" pitchFamily="18" charset="0"/>
                <a:ea typeface="宋体" pitchFamily="2" charset="-122"/>
              </a:rPr>
              <a:t>"</a:t>
            </a:r>
            <a:r>
              <a:rPr lang="en-US" altLang="zh-CN" sz="2800" dirty="0">
                <a:solidFill>
                  <a:srgbClr val="FF0000"/>
                </a:solidFill>
                <a:ea typeface="宋体" pitchFamily="2" charset="-122"/>
              </a:rPr>
              <a:t>(</a:t>
            </a:r>
            <a:r>
              <a:rPr lang="en-US" altLang="zh-CN" sz="2800" dirty="0" err="1">
                <a:solidFill>
                  <a:srgbClr val="FF0000"/>
                </a:solidFill>
                <a:ea typeface="宋体" pitchFamily="2" charset="-122"/>
              </a:rPr>
              <a:t>疑问句：无真值</a:t>
            </a:r>
            <a:r>
              <a:rPr lang="en-US" altLang="zh-CN" sz="2800" dirty="0">
                <a:solidFill>
                  <a:srgbClr val="FF0000"/>
                </a:solidFill>
                <a:ea typeface="宋体" pitchFamily="2" charset="-122"/>
              </a:rPr>
              <a:t>）</a:t>
            </a:r>
          </a:p>
          <a:p>
            <a:pPr eaLnBrk="1" hangingPunct="1"/>
            <a:r>
              <a:rPr lang="en-US" altLang="zh-CN" sz="2800" dirty="0">
                <a:solidFill>
                  <a:srgbClr val="000000"/>
                </a:solidFill>
                <a:latin typeface="Times New Roman" panose="02020503050405090304" pitchFamily="18" charset="0"/>
                <a:ea typeface="宋体" pitchFamily="2" charset="-122"/>
              </a:rPr>
              <a:t>"</a:t>
            </a:r>
            <a:r>
              <a:rPr lang="en-US" altLang="zh-CN" sz="2800" dirty="0">
                <a:solidFill>
                  <a:srgbClr val="000000"/>
                </a:solidFill>
                <a:ea typeface="宋体" pitchFamily="2" charset="-122"/>
              </a:rPr>
              <a:t>x := x+1</a:t>
            </a:r>
            <a:r>
              <a:rPr lang="en-US" altLang="zh-CN" sz="2800" dirty="0">
                <a:solidFill>
                  <a:srgbClr val="000000"/>
                </a:solidFill>
                <a:latin typeface="Times New Roman" panose="02020503050405090304" pitchFamily="18" charset="0"/>
                <a:ea typeface="宋体" pitchFamily="2" charset="-122"/>
              </a:rPr>
              <a:t>" </a:t>
            </a:r>
            <a:r>
              <a:rPr lang="en-US" altLang="zh-CN" sz="2800" dirty="0">
                <a:solidFill>
                  <a:srgbClr val="FF0000"/>
                </a:solidFill>
                <a:ea typeface="宋体" pitchFamily="2" charset="-122"/>
              </a:rPr>
              <a:t>（</a:t>
            </a:r>
            <a:r>
              <a:rPr lang="en-US" altLang="zh-CN" sz="2800" dirty="0" err="1">
                <a:solidFill>
                  <a:srgbClr val="FF0000"/>
                </a:solidFill>
                <a:ea typeface="宋体" pitchFamily="2" charset="-122"/>
              </a:rPr>
              <a:t>命令式：无真值</a:t>
            </a:r>
            <a:r>
              <a:rPr lang="en-US" altLang="zh-CN" sz="2800" dirty="0">
                <a:solidFill>
                  <a:srgbClr val="FF0000"/>
                </a:solidFill>
                <a:ea typeface="宋体" pitchFamily="2" charset="-122"/>
              </a:rPr>
              <a:t>）</a:t>
            </a:r>
          </a:p>
          <a:p>
            <a:pPr eaLnBrk="1" hangingPunct="1"/>
            <a:r>
              <a:rPr lang="en-US" altLang="zh-CN" sz="2800" dirty="0">
                <a:solidFill>
                  <a:srgbClr val="000000"/>
                </a:solidFill>
                <a:latin typeface="Times New Roman" panose="02020503050405090304" pitchFamily="18" charset="0"/>
                <a:ea typeface="宋体" pitchFamily="2" charset="-122"/>
              </a:rPr>
              <a:t>"</a:t>
            </a:r>
            <a:r>
              <a:rPr lang="en-US" altLang="zh-CN" sz="2800" dirty="0">
                <a:solidFill>
                  <a:srgbClr val="000000"/>
                </a:solidFill>
                <a:ea typeface="宋体" pitchFamily="2" charset="-122"/>
              </a:rPr>
              <a:t>1+2</a:t>
            </a:r>
            <a:r>
              <a:rPr lang="en-US" altLang="zh-CN" sz="2800" dirty="0">
                <a:solidFill>
                  <a:srgbClr val="000000"/>
                </a:solidFill>
                <a:latin typeface="Times New Roman" panose="02020503050405090304" pitchFamily="18" charset="0"/>
                <a:ea typeface="宋体" pitchFamily="2" charset="-122"/>
              </a:rPr>
              <a:t>"</a:t>
            </a:r>
            <a:r>
              <a:rPr lang="en-US" altLang="zh-CN" sz="2800" dirty="0">
                <a:solidFill>
                  <a:srgbClr val="FF0000"/>
                </a:solidFill>
                <a:ea typeface="宋体" pitchFamily="2" charset="-122"/>
              </a:rPr>
              <a:t>（术语：无真值）</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02EE6C47-E50D-4314-AE24-C18BD9972F1F}" type="slidenum">
              <a:rPr lang="en-US" altLang="zh-CN" sz="1200">
                <a:effectLst>
                  <a:outerShdw blurRad="38100" dist="38100" dir="2700000" algn="tl">
                    <a:srgbClr val="C0C0C0"/>
                  </a:outerShdw>
                </a:effectLst>
                <a:latin typeface="Verdana" panose="020B0804030504040204" pitchFamily="34" charset="0"/>
              </a:rPr>
              <a:t>9</a:t>
            </a:fld>
            <a:endParaRPr lang="en-US" altLang="zh-CN" sz="1200">
              <a:effectLst>
                <a:outerShdw blurRad="38100" dist="38100" dir="2700000" algn="tl">
                  <a:srgbClr val="C0C0C0"/>
                </a:outerShdw>
              </a:effectLst>
              <a:latin typeface="Verdana" panose="020B0804030504040204" pitchFamily="34" charset="0"/>
            </a:endParaRPr>
          </a:p>
        </p:txBody>
      </p:sp>
      <p:sp>
        <p:nvSpPr>
          <p:cNvPr id="76803"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xmlns:a14="http://schemas.microsoft.com/office/drawing/2010/main">
        <mc:Choice Requires="a14">
          <p:sp>
            <p:nvSpPr>
              <p:cNvPr id="5" name="Rectangle 3"/>
              <p:cNvSpPr txBox="1">
                <a:spLocks noChangeArrowheads="1"/>
              </p:cNvSpPr>
              <p:nvPr/>
            </p:nvSpPr>
            <p:spPr bwMode="auto">
              <a:xfrm>
                <a:off x="0" y="1447800"/>
                <a:ext cx="9145588" cy="4725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ea typeface="宋体" pitchFamily="2" charset="-122"/>
                  </a:rPr>
                  <a:t>1. </a:t>
                </a:r>
                <a:r>
                  <a:rPr lang="en-US" altLang="zh-CN" dirty="0" err="1">
                    <a:ea typeface="宋体" pitchFamily="2" charset="-122"/>
                  </a:rPr>
                  <a:t>以下</a:t>
                </a:r>
                <a:r>
                  <a:rPr lang="zh-CN" altLang="en-US" dirty="0">
                    <a:ea typeface="宋体" pitchFamily="2" charset="-122"/>
                  </a:rPr>
                  <a:t>选项</a:t>
                </a:r>
                <a:r>
                  <a:rPr lang="en-US" altLang="zh-CN" dirty="0" err="1">
                    <a:ea typeface="宋体" pitchFamily="2" charset="-122"/>
                  </a:rPr>
                  <a:t>哪个是命题</a:t>
                </a:r>
                <a:r>
                  <a:rPr lang="en-US" altLang="zh-CN" dirty="0">
                    <a:ea typeface="宋体" pitchFamily="2" charset="-122"/>
                  </a:rPr>
                  <a:t>？ </a:t>
                </a:r>
              </a:p>
              <a:p>
                <a:r>
                  <a:rPr lang="en-US" altLang="zh-CN" dirty="0">
                    <a:ea typeface="宋体" pitchFamily="2" charset="-122"/>
                  </a:rPr>
                  <a:t>A) </a:t>
                </a:r>
                <a14:m>
                  <m:oMath xmlns:m="http://schemas.openxmlformats.org/officeDocument/2006/math">
                    <m:r>
                      <a:rPr lang="en-US" altLang="zh-CN" b="0" i="1" smtClean="0">
                        <a:latin typeface="Cambria Math" panose="02040503050406030204"/>
                        <a:ea typeface="宋体" pitchFamily="2" charset="-122"/>
                      </a:rPr>
                      <m:t>5+</m:t>
                    </m:r>
                    <m:r>
                      <a:rPr lang="en-US" altLang="zh-CN" b="0" i="1" smtClean="0">
                        <a:latin typeface="Cambria Math" panose="02040503050406030204"/>
                        <a:ea typeface="宋体" pitchFamily="2" charset="-122"/>
                      </a:rPr>
                      <m:t>𝑥</m:t>
                    </m:r>
                    <m:r>
                      <a:rPr lang="en-US" altLang="zh-CN" b="0" i="1" smtClean="0">
                        <a:latin typeface="Cambria Math" panose="02040503050406030204"/>
                        <a:ea typeface="宋体" pitchFamily="2" charset="-122"/>
                      </a:rPr>
                      <m:t>=13</m:t>
                    </m:r>
                  </m:oMath>
                </a14:m>
                <a:r>
                  <a:rPr lang="en-US" altLang="zh-CN" dirty="0">
                    <a:ea typeface="宋体" pitchFamily="2" charset="-122"/>
                  </a:rPr>
                  <a:t> 。</a:t>
                </a:r>
                <a:endParaRPr lang="zh-CN" altLang="zh-CN" dirty="0">
                  <a:ea typeface="宋体" pitchFamily="2" charset="-122"/>
                </a:endParaRPr>
              </a:p>
              <a:p>
                <a:r>
                  <a:rPr lang="en-US" altLang="zh-CN" dirty="0">
                    <a:ea typeface="宋体" pitchFamily="2" charset="-122"/>
                  </a:rPr>
                  <a:t>B) </a:t>
                </a:r>
                <a:r>
                  <a:rPr lang="zh-CN" altLang="en-US" dirty="0">
                    <a:ea typeface="宋体" pitchFamily="2" charset="-122"/>
                  </a:rPr>
                  <a:t>谁在那里</a:t>
                </a:r>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C) </a:t>
                </a:r>
                <a14:m>
                  <m:oMath xmlns:m="http://schemas.openxmlformats.org/officeDocument/2006/math">
                    <m:r>
                      <a:rPr lang="en-US" altLang="zh-CN" i="1" dirty="0" smtClean="0">
                        <a:latin typeface="Cambria Math" panose="02040503050406030204"/>
                        <a:ea typeface="宋体" pitchFamily="2" charset="-122"/>
                      </a:rPr>
                      <m:t>4</m:t>
                    </m:r>
                    <m:r>
                      <a:rPr lang="en-US" altLang="zh-CN" i="1">
                        <a:latin typeface="Cambria Math" panose="02040503050406030204"/>
                        <a:ea typeface="宋体" pitchFamily="2" charset="-122"/>
                      </a:rPr>
                      <m:t>+</m:t>
                    </m:r>
                    <m:r>
                      <a:rPr lang="en-US" altLang="zh-CN" b="0" i="1" smtClean="0">
                        <a:latin typeface="Cambria Math" panose="02040503050406030204"/>
                        <a:ea typeface="宋体" pitchFamily="2" charset="-122"/>
                      </a:rPr>
                      <m:t>3</m:t>
                    </m:r>
                    <m:r>
                      <a:rPr lang="en-US" altLang="zh-CN" i="1">
                        <a:latin typeface="Cambria Math" panose="02040503050406030204"/>
                        <a:ea typeface="宋体" pitchFamily="2" charset="-122"/>
                      </a:rPr>
                      <m:t>=</m:t>
                    </m:r>
                    <m:r>
                      <a:rPr lang="en-US" altLang="zh-CN" b="0" i="1" smtClean="0">
                        <a:latin typeface="Cambria Math" panose="02040503050406030204"/>
                        <a:ea typeface="宋体" pitchFamily="2" charset="-122"/>
                      </a:rPr>
                      <m:t>7</m:t>
                    </m:r>
                  </m:oMath>
                </a14:m>
                <a:r>
                  <a:rPr lang="en-US" altLang="zh-CN" dirty="0">
                    <a:ea typeface="宋体" pitchFamily="2" charset="-122"/>
                  </a:rPr>
                  <a:t> 。</a:t>
                </a:r>
                <a:endParaRPr lang="zh-CN" altLang="zh-CN" dirty="0">
                  <a:ea typeface="宋体" pitchFamily="2" charset="-122"/>
                </a:endParaRPr>
              </a:p>
              <a:p>
                <a:r>
                  <a:rPr lang="en-US" altLang="zh-CN" dirty="0">
                    <a:ea typeface="宋体" pitchFamily="2" charset="-122"/>
                  </a:rPr>
                  <a:t>D) </a:t>
                </a:r>
                <a14:m>
                  <m:oMath xmlns:m="http://schemas.openxmlformats.org/officeDocument/2006/math">
                    <m:r>
                      <a:rPr lang="en-US" altLang="zh-CN" b="0" i="1" smtClean="0">
                        <a:latin typeface="Cambria Math" panose="02040503050406030204"/>
                        <a:ea typeface="宋体" pitchFamily="2" charset="-122"/>
                      </a:rPr>
                      <m:t>1+2</m:t>
                    </m:r>
                  </m:oMath>
                </a14:m>
                <a:r>
                  <a:rPr lang="en-US" altLang="zh-CN" dirty="0">
                    <a:ea typeface="宋体" pitchFamily="2" charset="-122"/>
                  </a:rPr>
                  <a:t>。</a:t>
                </a:r>
                <a:endParaRPr lang="zh-CN" altLang="zh-CN" dirty="0">
                  <a:ea typeface="宋体" pitchFamily="2" charset="-122"/>
                </a:endParaRPr>
              </a:p>
              <a:p>
                <a:endParaRPr lang="zh-CN" altLang="zh-CN" dirty="0">
                  <a:ea typeface="宋体" pitchFamily="2" charset="-122"/>
                </a:endParaRPr>
              </a:p>
              <a:p>
                <a:pPr eaLnBrk="1" hangingPunct="1">
                  <a:lnSpc>
                    <a:spcPct val="80000"/>
                  </a:lnSpc>
                  <a:buFont typeface="Wingdings" panose="05000000000000000000" pitchFamily="2" charset="2"/>
                  <a:buNone/>
                </a:pPr>
                <a:endParaRPr lang="en-US" altLang="zh-CN" sz="2400" dirty="0">
                  <a:ea typeface="宋体" pitchFamily="2" charset="-122"/>
                </a:endParaRPr>
              </a:p>
            </p:txBody>
          </p:sp>
        </mc:Choice>
        <mc:Fallback xmlns="">
          <p:sp>
            <p:nvSpPr>
              <p:cNvPr id="5" name="Rectangle 3"/>
              <p:cNvSpPr txBox="1">
                <a:spLocks noRot="1" noChangeAspect="1" noMove="1" noResize="1" noEditPoints="1" noAdjustHandles="1" noChangeArrowheads="1" noChangeShapeType="1" noTextEdit="1"/>
              </p:cNvSpPr>
              <p:nvPr/>
            </p:nvSpPr>
            <p:spPr bwMode="auto">
              <a:xfrm>
                <a:off x="0" y="1447800"/>
                <a:ext cx="9145588" cy="4725988"/>
              </a:xfrm>
              <a:prstGeom prst="rect">
                <a:avLst/>
              </a:prstGeom>
              <a:blipFill rotWithShape="1">
                <a:blip r:embed="rId2"/>
                <a:stretch>
                  <a:fillRect r="3" b="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FC6DB529-B0BB-4A36-A6C5-535595801D96}" type="slidenum">
              <a:rPr lang="en-US" altLang="zh-CN" sz="1200">
                <a:effectLst>
                  <a:outerShdw blurRad="38100" dist="38100" dir="2700000" algn="tl">
                    <a:srgbClr val="C0C0C0"/>
                  </a:outerShdw>
                </a:effectLst>
                <a:latin typeface="Verdana" panose="020B0804030504040204" pitchFamily="34" charset="0"/>
              </a:rPr>
              <a:t>10</a:t>
            </a:fld>
            <a:endParaRPr lang="en-US" altLang="zh-CN" sz="1200">
              <a:effectLst>
                <a:outerShdw blurRad="38100" dist="38100" dir="2700000" algn="tl">
                  <a:srgbClr val="C0C0C0"/>
                </a:outerShdw>
              </a:effectLst>
              <a:latin typeface="Verdana" panose="020B0804030504040204" pitchFamily="34" charset="0"/>
            </a:endParaRPr>
          </a:p>
        </p:txBody>
      </p:sp>
      <p:sp>
        <p:nvSpPr>
          <p:cNvPr id="78851"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xmlns:a14="http://schemas.microsoft.com/office/drawing/2010/main">
        <mc:Choice Requires="a14">
          <p:sp>
            <p:nvSpPr>
              <p:cNvPr id="78852" name="Rectangle 3"/>
              <p:cNvSpPr>
                <a:spLocks noGrp="1" noChangeArrowheads="1"/>
              </p:cNvSpPr>
              <p:nvPr>
                <p:ph type="body" idx="4294967295"/>
              </p:nvPr>
            </p:nvSpPr>
            <p:spPr>
              <a:xfrm>
                <a:off x="0" y="1447800"/>
                <a:ext cx="9145588" cy="4725988"/>
              </a:xfrm>
            </p:spPr>
            <p:txBody>
              <a:bodyPr/>
              <a:lstStyle/>
              <a:p>
                <a:r>
                  <a:rPr lang="en-US" altLang="zh-CN" dirty="0">
                    <a:ea typeface="宋体" pitchFamily="2" charset="-122"/>
                  </a:rPr>
                  <a:t>2. </a:t>
                </a:r>
                <a:r>
                  <a:rPr lang="en-US" altLang="zh-CN" dirty="0" err="1">
                    <a:ea typeface="宋体" pitchFamily="2" charset="-122"/>
                  </a:rPr>
                  <a:t>以下</a:t>
                </a:r>
                <a:r>
                  <a:rPr lang="zh-CN" altLang="en-US" dirty="0">
                    <a:ea typeface="宋体" pitchFamily="2" charset="-122"/>
                  </a:rPr>
                  <a:t>选项</a:t>
                </a:r>
                <a:r>
                  <a:rPr lang="en-US" altLang="zh-CN" dirty="0" err="1">
                    <a:ea typeface="宋体" pitchFamily="2" charset="-122"/>
                  </a:rPr>
                  <a:t>哪个是命题</a:t>
                </a:r>
                <a:r>
                  <a:rPr lang="en-US" altLang="zh-CN" dirty="0">
                    <a:ea typeface="宋体" pitchFamily="2" charset="-122"/>
                  </a:rPr>
                  <a:t>？ </a:t>
                </a:r>
              </a:p>
              <a:p>
                <a:r>
                  <a:rPr lang="en-US" altLang="zh-CN" dirty="0">
                    <a:ea typeface="宋体" pitchFamily="2" charset="-122"/>
                  </a:rPr>
                  <a:t>A) 不要擦肩而过。</a:t>
                </a:r>
                <a:endParaRPr lang="zh-CN" altLang="zh-CN" dirty="0">
                  <a:ea typeface="宋体" pitchFamily="2" charset="-122"/>
                </a:endParaRPr>
              </a:p>
              <a:p>
                <a:r>
                  <a:rPr lang="en-US" altLang="zh-CN" dirty="0">
                    <a:ea typeface="宋体" pitchFamily="2" charset="-122"/>
                  </a:rPr>
                  <a:t>B) 现在几点了？</a:t>
                </a:r>
                <a:endParaRPr lang="zh-CN" altLang="zh-CN" dirty="0">
                  <a:ea typeface="宋体" pitchFamily="2" charset="-122"/>
                </a:endParaRPr>
              </a:p>
              <a:p>
                <a:r>
                  <a:rPr lang="en-US" altLang="zh-CN" dirty="0">
                    <a:ea typeface="宋体" pitchFamily="2" charset="-122"/>
                  </a:rPr>
                  <a:t>C) </a:t>
                </a:r>
                <a14:m>
                  <m:oMath xmlns:m="http://schemas.openxmlformats.org/officeDocument/2006/math">
                    <m:r>
                      <a:rPr lang="en-US" altLang="zh-CN" i="1" dirty="0">
                        <a:latin typeface="Cambria Math" panose="02040503050406030204"/>
                        <a:ea typeface="宋体" pitchFamily="2" charset="-122"/>
                      </a:rPr>
                      <m:t>4</m:t>
                    </m:r>
                    <m:r>
                      <a:rPr lang="en-US" altLang="zh-CN" i="1">
                        <a:latin typeface="Cambria Math" panose="02040503050406030204"/>
                        <a:ea typeface="宋体" pitchFamily="2" charset="-122"/>
                      </a:rPr>
                      <m:t>+</m:t>
                    </m:r>
                    <m:r>
                      <a:rPr lang="en-US" altLang="zh-CN" b="0" i="1" smtClean="0">
                        <a:latin typeface="Cambria Math" panose="02040503050406030204"/>
                        <a:ea typeface="宋体" pitchFamily="2" charset="-122"/>
                      </a:rPr>
                      <m:t>𝑥</m:t>
                    </m:r>
                    <m:r>
                      <a:rPr lang="en-US" altLang="zh-CN" i="1">
                        <a:latin typeface="Cambria Math" panose="02040503050406030204"/>
                        <a:ea typeface="宋体" pitchFamily="2" charset="-122"/>
                      </a:rPr>
                      <m:t>=</m:t>
                    </m:r>
                    <m:r>
                      <a:rPr lang="en-US" altLang="zh-CN" b="0" i="1" smtClean="0">
                        <a:latin typeface="Cambria Math" panose="02040503050406030204"/>
                        <a:ea typeface="宋体" pitchFamily="2" charset="-122"/>
                      </a:rPr>
                      <m:t>5</m:t>
                    </m:r>
                    <m:r>
                      <a:rPr lang="en-US" altLang="zh-CN" i="1">
                        <a:latin typeface="Cambria Math" panose="02040503050406030204"/>
                        <a:ea typeface="宋体" pitchFamily="2" charset="-122"/>
                      </a:rPr>
                      <m:t> </m:t>
                    </m:r>
                  </m:oMath>
                </a14:m>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D) 月球是由绿色奶酪做成的。</a:t>
                </a:r>
                <a:endParaRPr lang="zh-CN" altLang="zh-CN" dirty="0">
                  <a:ea typeface="宋体" pitchFamily="2" charset="-122"/>
                </a:endParaRPr>
              </a:p>
              <a:p>
                <a:endParaRPr lang="zh-CN" altLang="zh-CN" dirty="0">
                  <a:ea typeface="宋体" pitchFamily="2" charset="-122"/>
                </a:endParaRPr>
              </a:p>
              <a:p>
                <a:pPr eaLnBrk="1" hangingPunct="1">
                  <a:lnSpc>
                    <a:spcPct val="80000"/>
                  </a:lnSpc>
                  <a:buFont typeface="Wingdings" panose="05000000000000000000" pitchFamily="2" charset="2"/>
                  <a:buNone/>
                </a:pPr>
                <a:endParaRPr lang="en-US" altLang="zh-CN" sz="2400" dirty="0">
                  <a:ea typeface="宋体" pitchFamily="2" charset="-122"/>
                </a:endParaRPr>
              </a:p>
            </p:txBody>
          </p:sp>
        </mc:Choice>
        <mc:Fallback xmlns="">
          <p:sp>
            <p:nvSpPr>
              <p:cNvPr id="78852" name="Rectangle 3"/>
              <p:cNvSpPr>
                <a:spLocks noRot="1" noChangeAspect="1" noMove="1" noResize="1" noEditPoints="1" noAdjustHandles="1" noChangeArrowheads="1" noChangeShapeType="1" noTextEdit="1"/>
              </p:cNvSpPr>
              <p:nvPr>
                <p:ph type="body" idx="4294967295"/>
              </p:nvPr>
            </p:nvSpPr>
            <p:spPr>
              <a:xfrm>
                <a:off x="0" y="1447800"/>
                <a:ext cx="9145588" cy="4725988"/>
              </a:xfrm>
              <a:blipFill rotWithShape="1">
                <a:blip r:embed="rId2"/>
                <a:stretch>
                  <a:fillRect r="3" b="7"/>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79B394E6-569F-48EC-B3F5-F829F8125641}" type="slidenum">
              <a:rPr lang="en-US" altLang="zh-CN" sz="1200">
                <a:effectLst>
                  <a:outerShdw blurRad="38100" dist="38100" dir="2700000" algn="tl">
                    <a:srgbClr val="C0C0C0"/>
                  </a:outerShdw>
                </a:effectLst>
                <a:latin typeface="Verdana" panose="020B0804030504040204" pitchFamily="34" charset="0"/>
              </a:rPr>
              <a:t>11</a:t>
            </a:fld>
            <a:endParaRPr lang="en-US" altLang="zh-CN" sz="1200">
              <a:effectLst>
                <a:outerShdw blurRad="38100" dist="38100" dir="2700000" algn="tl">
                  <a:srgbClr val="C0C0C0"/>
                </a:outerShdw>
              </a:effectLst>
              <a:latin typeface="Verdana" panose="020B0804030504040204" pitchFamily="34" charset="0"/>
            </a:endParaRPr>
          </a:p>
        </p:txBody>
      </p:sp>
      <p:sp>
        <p:nvSpPr>
          <p:cNvPr id="80899"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xmlns:a14="http://schemas.microsoft.com/office/drawing/2010/main">
        <mc:Choice Requires="a14">
          <p:sp>
            <p:nvSpPr>
              <p:cNvPr id="5" name="Rectangle 3"/>
              <p:cNvSpPr txBox="1">
                <a:spLocks noChangeArrowheads="1"/>
              </p:cNvSpPr>
              <p:nvPr/>
            </p:nvSpPr>
            <p:spPr bwMode="auto">
              <a:xfrm>
                <a:off x="0" y="1447800"/>
                <a:ext cx="9145588" cy="4725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ea typeface="宋体" pitchFamily="2" charset="-122"/>
                  </a:rPr>
                  <a:t>3. </a:t>
                </a:r>
                <a:r>
                  <a:rPr lang="en-US" altLang="zh-CN" dirty="0" err="1">
                    <a:ea typeface="宋体" pitchFamily="2" charset="-122"/>
                  </a:rPr>
                  <a:t>以下</a:t>
                </a:r>
                <a:r>
                  <a:rPr lang="zh-CN" altLang="en-US" dirty="0">
                    <a:ea typeface="宋体" pitchFamily="2" charset="-122"/>
                  </a:rPr>
                  <a:t>选项</a:t>
                </a:r>
                <a:r>
                  <a:rPr lang="en-US" altLang="zh-CN" dirty="0" err="1">
                    <a:ea typeface="宋体" pitchFamily="2" charset="-122"/>
                  </a:rPr>
                  <a:t>哪个是命题</a:t>
                </a:r>
                <a:r>
                  <a:rPr lang="en-US" altLang="zh-CN" dirty="0">
                    <a:ea typeface="宋体" pitchFamily="2" charset="-122"/>
                  </a:rPr>
                  <a:t>？</a:t>
                </a:r>
              </a:p>
              <a:p>
                <a:r>
                  <a:rPr lang="en-US" altLang="zh-CN" dirty="0">
                    <a:ea typeface="宋体" pitchFamily="2" charset="-122"/>
                  </a:rPr>
                  <a:t>A) </a:t>
                </a:r>
                <a14:m>
                  <m:oMath xmlns:m="http://schemas.openxmlformats.org/officeDocument/2006/math">
                    <m:r>
                      <a:rPr lang="en-US" altLang="zh-CN" b="0" i="1" smtClean="0">
                        <a:latin typeface="Cambria Math" panose="02040503050406030204"/>
                        <a:ea typeface="宋体" pitchFamily="2" charset="-122"/>
                      </a:rPr>
                      <m:t>𝐴</m:t>
                    </m:r>
                    <m:r>
                      <a:rPr lang="en-US" altLang="zh-CN" b="0" i="1" smtClean="0">
                        <a:latin typeface="Cambria Math" panose="02040503050406030204"/>
                        <a:ea typeface="宋体" pitchFamily="2" charset="-122"/>
                      </a:rPr>
                      <m:t>&gt;2</m:t>
                    </m:r>
                  </m:oMath>
                </a14:m>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B) 4</a:t>
                </a:r>
                <a:r>
                  <a:rPr lang="zh-CN" altLang="en-US" dirty="0">
                    <a:ea typeface="宋体" pitchFamily="2" charset="-122"/>
                  </a:rPr>
                  <a:t>不是素数。</a:t>
                </a:r>
                <a:endParaRPr lang="zh-CN" altLang="zh-CN" dirty="0">
                  <a:ea typeface="宋体" pitchFamily="2" charset="-122"/>
                </a:endParaRPr>
              </a:p>
              <a:p>
                <a:r>
                  <a:rPr lang="en-US" altLang="zh-CN" dirty="0">
                    <a:ea typeface="宋体" pitchFamily="2" charset="-122"/>
                  </a:rPr>
                  <a:t>C) </a:t>
                </a:r>
                <a14:m>
                  <m:oMath xmlns:m="http://schemas.openxmlformats.org/officeDocument/2006/math">
                    <m:r>
                      <a:rPr lang="zh-CN" altLang="en-US" dirty="0" smtClean="0">
                        <a:latin typeface="Cambria Math" panose="02040503050406030204"/>
                        <a:ea typeface="宋体" pitchFamily="2" charset="-122"/>
                      </a:rPr>
                      <m:t>回答这个问题</m:t>
                    </m:r>
                  </m:oMath>
                </a14:m>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D) </a:t>
                </a:r>
                <a14:m>
                  <m:oMath xmlns:m="http://schemas.openxmlformats.org/officeDocument/2006/math">
                    <m:r>
                      <m:rPr>
                        <m:sty m:val="p"/>
                      </m:rPr>
                      <a:rPr lang="en-US" altLang="zh-CN" dirty="0" smtClean="0">
                        <a:latin typeface="Cambria Math" panose="02040503050406030204"/>
                        <a:ea typeface="宋体" pitchFamily="2" charset="-122"/>
                      </a:rPr>
                      <m:t>x</m:t>
                    </m:r>
                    <m:r>
                      <a:rPr lang="en-US" altLang="zh-CN" b="0" i="0" dirty="0" smtClean="0">
                        <a:latin typeface="Cambria Math" panose="02040503050406030204"/>
                        <a:ea typeface="宋体" pitchFamily="2" charset="-122"/>
                      </a:rPr>
                      <m:t>+</m:t>
                    </m:r>
                    <m:r>
                      <m:rPr>
                        <m:sty m:val="p"/>
                      </m:rPr>
                      <a:rPr lang="en-US" altLang="zh-CN" b="0" i="0" dirty="0" smtClean="0">
                        <a:latin typeface="Cambria Math" panose="02040503050406030204"/>
                        <a:ea typeface="宋体" pitchFamily="2" charset="-122"/>
                      </a:rPr>
                      <m:t>y</m:t>
                    </m:r>
                    <m:r>
                      <a:rPr lang="en-US" altLang="zh-CN" b="0" i="0" dirty="0" smtClean="0">
                        <a:latin typeface="Cambria Math" panose="02040503050406030204"/>
                        <a:ea typeface="宋体" pitchFamily="2" charset="-122"/>
                      </a:rPr>
                      <m:t>=10</m:t>
                    </m:r>
                  </m:oMath>
                </a14:m>
                <a:r>
                  <a:rPr lang="en-US" altLang="zh-CN" dirty="0">
                    <a:ea typeface="宋体" pitchFamily="2" charset="-122"/>
                  </a:rPr>
                  <a:t>。</a:t>
                </a:r>
                <a:endParaRPr lang="zh-CN" altLang="zh-CN" dirty="0">
                  <a:ea typeface="宋体" pitchFamily="2" charset="-122"/>
                </a:endParaRPr>
              </a:p>
              <a:p>
                <a:endParaRPr lang="zh-CN" altLang="zh-CN" dirty="0">
                  <a:ea typeface="宋体" pitchFamily="2" charset="-122"/>
                </a:endParaRPr>
              </a:p>
              <a:p>
                <a:pPr eaLnBrk="1" hangingPunct="1">
                  <a:lnSpc>
                    <a:spcPct val="80000"/>
                  </a:lnSpc>
                  <a:buFont typeface="Wingdings" panose="05000000000000000000" pitchFamily="2" charset="2"/>
                  <a:buNone/>
                </a:pPr>
                <a:endParaRPr lang="en-US" altLang="zh-CN" sz="2400" dirty="0">
                  <a:ea typeface="宋体" pitchFamily="2" charset="-122"/>
                </a:endParaRPr>
              </a:p>
            </p:txBody>
          </p:sp>
        </mc:Choice>
        <mc:Fallback xmlns="">
          <p:sp>
            <p:nvSpPr>
              <p:cNvPr id="5" name="Rectangle 3"/>
              <p:cNvSpPr txBox="1">
                <a:spLocks noRot="1" noChangeAspect="1" noMove="1" noResize="1" noEditPoints="1" noAdjustHandles="1" noChangeArrowheads="1" noChangeShapeType="1" noTextEdit="1"/>
              </p:cNvSpPr>
              <p:nvPr/>
            </p:nvSpPr>
            <p:spPr bwMode="auto">
              <a:xfrm>
                <a:off x="0" y="1447800"/>
                <a:ext cx="9145588" cy="4725988"/>
              </a:xfrm>
              <a:prstGeom prst="rect">
                <a:avLst/>
              </a:prstGeom>
              <a:blipFill rotWithShape="1">
                <a:blip r:embed="rId2"/>
                <a:stretch>
                  <a:fillRect r="3" b="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36278432-67A8-43E6-AA95-092C9B0B8E97}" type="slidenum">
              <a:rPr lang="en-US" altLang="zh-CN" sz="1200">
                <a:effectLst>
                  <a:outerShdw blurRad="38100" dist="38100" dir="2700000" algn="tl">
                    <a:srgbClr val="C0C0C0"/>
                  </a:outerShdw>
                </a:effectLst>
                <a:latin typeface="Verdana" panose="020B0804030504040204" pitchFamily="34" charset="0"/>
              </a:rPr>
              <a:t>12</a:t>
            </a:fld>
            <a:endParaRPr lang="en-US" altLang="zh-CN" sz="1200">
              <a:effectLst>
                <a:outerShdw blurRad="38100" dist="38100" dir="2700000" algn="tl">
                  <a:srgbClr val="C0C0C0"/>
                </a:outerShdw>
              </a:effectLst>
              <a:latin typeface="Verdana" panose="020B0804030504040204" pitchFamily="34" charset="0"/>
            </a:endParaRPr>
          </a:p>
        </p:txBody>
      </p:sp>
      <p:sp>
        <p:nvSpPr>
          <p:cNvPr id="82947"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xmlns:a14="http://schemas.microsoft.com/office/drawing/2010/main">
        <mc:Choice Requires="a14">
          <p:sp>
            <p:nvSpPr>
              <p:cNvPr id="5" name="Rectangle 3"/>
              <p:cNvSpPr txBox="1">
                <a:spLocks noChangeArrowheads="1"/>
              </p:cNvSpPr>
              <p:nvPr/>
            </p:nvSpPr>
            <p:spPr bwMode="auto">
              <a:xfrm>
                <a:off x="0" y="1447800"/>
                <a:ext cx="9145588" cy="4725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ea typeface="宋体" pitchFamily="2" charset="-122"/>
                  </a:rPr>
                  <a:t>4. </a:t>
                </a:r>
                <a:r>
                  <a:rPr lang="en-US" altLang="zh-CN" dirty="0" err="1">
                    <a:ea typeface="宋体" pitchFamily="2" charset="-122"/>
                  </a:rPr>
                  <a:t>以下</a:t>
                </a:r>
                <a:r>
                  <a:rPr lang="zh-CN" altLang="en-US" dirty="0">
                    <a:ea typeface="宋体" pitchFamily="2" charset="-122"/>
                  </a:rPr>
                  <a:t>选项</a:t>
                </a:r>
                <a:r>
                  <a:rPr lang="en-US" altLang="zh-CN" dirty="0" err="1">
                    <a:ea typeface="宋体" pitchFamily="2" charset="-122"/>
                  </a:rPr>
                  <a:t>哪个</a:t>
                </a:r>
                <a:r>
                  <a:rPr lang="zh-CN" altLang="en-US" dirty="0">
                    <a:ea typeface="宋体" pitchFamily="2" charset="-122"/>
                  </a:rPr>
                  <a:t>不</a:t>
                </a:r>
                <a:r>
                  <a:rPr lang="en-US" altLang="zh-CN" dirty="0" err="1">
                    <a:ea typeface="宋体" pitchFamily="2" charset="-122"/>
                  </a:rPr>
                  <a:t>是命题</a:t>
                </a:r>
                <a:r>
                  <a:rPr lang="en-US" altLang="zh-CN" dirty="0">
                    <a:ea typeface="宋体" pitchFamily="2" charset="-122"/>
                  </a:rPr>
                  <a:t>？</a:t>
                </a:r>
              </a:p>
              <a:p>
                <a:r>
                  <a:rPr lang="en-US" altLang="zh-CN" dirty="0">
                    <a:ea typeface="宋体" pitchFamily="2" charset="-122"/>
                  </a:rPr>
                  <a:t>A) </a:t>
                </a:r>
                <a14:m>
                  <m:oMath xmlns:m="http://schemas.openxmlformats.org/officeDocument/2006/math">
                    <m:r>
                      <a:rPr lang="en-US" altLang="zh-CN" b="0" i="0" smtClean="0">
                        <a:latin typeface="Cambria Math" panose="02040503050406030204"/>
                        <a:ea typeface="宋体" pitchFamily="2" charset="-122"/>
                      </a:rPr>
                      <m:t>2+6=9</m:t>
                    </m:r>
                  </m:oMath>
                </a14:m>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B) 4</a:t>
                </a:r>
                <a:r>
                  <a:rPr lang="zh-CN" altLang="en-US" dirty="0">
                    <a:ea typeface="宋体" pitchFamily="2" charset="-122"/>
                  </a:rPr>
                  <a:t>是素数。</a:t>
                </a:r>
                <a:endParaRPr lang="zh-CN" altLang="zh-CN" dirty="0">
                  <a:ea typeface="宋体" pitchFamily="2" charset="-122"/>
                </a:endParaRPr>
              </a:p>
              <a:p>
                <a:r>
                  <a:rPr lang="en-US" altLang="zh-CN" dirty="0">
                    <a:ea typeface="宋体" pitchFamily="2" charset="-122"/>
                  </a:rPr>
                  <a:t>C) </a:t>
                </a:r>
                <a14:m>
                  <m:oMath xmlns:m="http://schemas.openxmlformats.org/officeDocument/2006/math">
                    <m:r>
                      <a:rPr lang="zh-CN" altLang="en-US" smtClean="0">
                        <a:latin typeface="Cambria Math" panose="02040503050406030204"/>
                        <a:ea typeface="宋体" pitchFamily="2" charset="-122"/>
                      </a:rPr>
                      <m:t>请别抽烟</m:t>
                    </m:r>
                  </m:oMath>
                </a14:m>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D) </a:t>
                </a:r>
                <a14:m>
                  <m:oMath xmlns:m="http://schemas.openxmlformats.org/officeDocument/2006/math">
                    <m:r>
                      <a:rPr lang="zh-CN" altLang="en-US" dirty="0" smtClean="0">
                        <a:latin typeface="Cambria Math" panose="02040503050406030204"/>
                        <a:ea typeface="宋体" pitchFamily="2" charset="-122"/>
                      </a:rPr>
                      <m:t>广州</m:t>
                    </m:r>
                    <m:r>
                      <a:rPr lang="zh-CN" altLang="en-US" b="0" i="1" dirty="0" smtClean="0">
                        <a:latin typeface="Cambria Math" panose="02040503050406030204"/>
                        <a:ea typeface="宋体" pitchFamily="2" charset="-122"/>
                      </a:rPr>
                      <m:t>是</m:t>
                    </m:r>
                    <m:r>
                      <a:rPr lang="zh-CN" altLang="en-US" i="1" dirty="0">
                        <a:latin typeface="Cambria Math" panose="02040503050406030204"/>
                        <a:ea typeface="宋体" pitchFamily="2" charset="-122"/>
                      </a:rPr>
                      <m:t>中国</m:t>
                    </m:r>
                    <m:r>
                      <a:rPr lang="zh-CN" altLang="en-US" b="0" i="1" dirty="0" smtClean="0">
                        <a:latin typeface="Cambria Math" panose="02040503050406030204"/>
                        <a:ea typeface="宋体" pitchFamily="2" charset="-122"/>
                      </a:rPr>
                      <m:t>的</m:t>
                    </m:r>
                    <m:r>
                      <a:rPr lang="zh-CN" altLang="en-US" i="1" dirty="0">
                        <a:latin typeface="Cambria Math" panose="02040503050406030204"/>
                        <a:ea typeface="宋体" pitchFamily="2" charset="-122"/>
                      </a:rPr>
                      <m:t>首都</m:t>
                    </m:r>
                  </m:oMath>
                </a14:m>
                <a:r>
                  <a:rPr lang="en-US" altLang="zh-CN" dirty="0">
                    <a:ea typeface="宋体" pitchFamily="2" charset="-122"/>
                  </a:rPr>
                  <a:t>。</a:t>
                </a:r>
                <a:endParaRPr lang="zh-CN" altLang="zh-CN" dirty="0">
                  <a:ea typeface="宋体" pitchFamily="2" charset="-122"/>
                </a:endParaRPr>
              </a:p>
              <a:p>
                <a:endParaRPr lang="zh-CN" altLang="zh-CN" dirty="0">
                  <a:ea typeface="宋体" pitchFamily="2" charset="-122"/>
                </a:endParaRPr>
              </a:p>
              <a:p>
                <a:pPr eaLnBrk="1" hangingPunct="1">
                  <a:lnSpc>
                    <a:spcPct val="80000"/>
                  </a:lnSpc>
                  <a:buFont typeface="Wingdings" panose="05000000000000000000" pitchFamily="2" charset="2"/>
                  <a:buNone/>
                </a:pPr>
                <a:endParaRPr lang="en-US" altLang="zh-CN" sz="2400" dirty="0">
                  <a:ea typeface="宋体" pitchFamily="2" charset="-122"/>
                </a:endParaRPr>
              </a:p>
            </p:txBody>
          </p:sp>
        </mc:Choice>
        <mc:Fallback xmlns="">
          <p:sp>
            <p:nvSpPr>
              <p:cNvPr id="5" name="Rectangle 3"/>
              <p:cNvSpPr txBox="1">
                <a:spLocks noRot="1" noChangeAspect="1" noMove="1" noResize="1" noEditPoints="1" noAdjustHandles="1" noChangeArrowheads="1" noChangeShapeType="1" noTextEdit="1"/>
              </p:cNvSpPr>
              <p:nvPr/>
            </p:nvSpPr>
            <p:spPr bwMode="auto">
              <a:xfrm>
                <a:off x="0" y="1447800"/>
                <a:ext cx="9145588" cy="4725988"/>
              </a:xfrm>
              <a:prstGeom prst="rect">
                <a:avLst/>
              </a:prstGeom>
              <a:blipFill rotWithShape="1">
                <a:blip r:embed="rId2"/>
                <a:stretch>
                  <a:fillRect r="3" b="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D22F4851-929B-4A94-9552-AB1B3E9DA972}" type="slidenum">
              <a:rPr lang="en-US" altLang="zh-CN" sz="1200">
                <a:effectLst>
                  <a:outerShdw blurRad="38100" dist="38100" dir="2700000" algn="tl">
                    <a:srgbClr val="C0C0C0"/>
                  </a:outerShdw>
                </a:effectLst>
                <a:latin typeface="Verdana" panose="020B0804030504040204" pitchFamily="34" charset="0"/>
              </a:rPr>
              <a:t>13</a:t>
            </a:fld>
            <a:endParaRPr lang="en-US" altLang="zh-CN" sz="1200" dirty="0">
              <a:effectLst>
                <a:outerShdw blurRad="38100" dist="38100" dir="2700000" algn="tl">
                  <a:srgbClr val="C0C0C0"/>
                </a:outerShdw>
              </a:effectLst>
              <a:latin typeface="Verdana" panose="020B0804030504040204" pitchFamily="34" charset="0"/>
            </a:endParaRPr>
          </a:p>
        </p:txBody>
      </p:sp>
      <p:sp>
        <p:nvSpPr>
          <p:cNvPr id="84995" name="Rectangle 2"/>
          <p:cNvSpPr>
            <a:spLocks noGrp="1" noChangeArrowheads="1"/>
          </p:cNvSpPr>
          <p:nvPr>
            <p:ph type="title" idx="4294967295"/>
          </p:nvPr>
        </p:nvSpPr>
        <p:spPr/>
        <p:txBody>
          <a:bodyPr/>
          <a:lstStyle/>
          <a:p>
            <a:pPr eaLnBrk="1" hangingPunct="1"/>
            <a:r>
              <a:rPr lang="en-US" altLang="zh-CN" sz="2800" dirty="0">
                <a:ea typeface="宋体" pitchFamily="2" charset="-122"/>
              </a:rPr>
              <a:t>练习</a:t>
            </a:r>
          </a:p>
        </p:txBody>
      </p:sp>
      <mc:AlternateContent xmlns:mc="http://schemas.openxmlformats.org/markup-compatibility/2006" xmlns:a14="http://schemas.microsoft.com/office/drawing/2010/main">
        <mc:Choice Requires="a14">
          <p:sp>
            <p:nvSpPr>
              <p:cNvPr id="6" name="Rectangle 3"/>
              <p:cNvSpPr txBox="1">
                <a:spLocks noChangeArrowheads="1"/>
              </p:cNvSpPr>
              <p:nvPr/>
            </p:nvSpPr>
            <p:spPr bwMode="auto">
              <a:xfrm>
                <a:off x="0" y="1447800"/>
                <a:ext cx="9145588" cy="4725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ea typeface="宋体" pitchFamily="2" charset="-122"/>
                  </a:rPr>
                  <a:t>5. </a:t>
                </a:r>
                <a:r>
                  <a:rPr lang="en-US" altLang="zh-CN" dirty="0" err="1">
                    <a:ea typeface="宋体" pitchFamily="2" charset="-122"/>
                  </a:rPr>
                  <a:t>以下</a:t>
                </a:r>
                <a:r>
                  <a:rPr lang="zh-CN" altLang="en-US" dirty="0">
                    <a:ea typeface="宋体" pitchFamily="2" charset="-122"/>
                  </a:rPr>
                  <a:t>选项</a:t>
                </a:r>
                <a:r>
                  <a:rPr lang="en-US" altLang="zh-CN" dirty="0">
                    <a:ea typeface="宋体" pitchFamily="2" charset="-122"/>
                  </a:rPr>
                  <a:t>哪</a:t>
                </a:r>
                <a:r>
                  <a:rPr lang="zh-CN" altLang="en-US" dirty="0">
                    <a:ea typeface="宋体" pitchFamily="2" charset="-122"/>
                  </a:rPr>
                  <a:t>个为真命题</a:t>
                </a:r>
                <a:r>
                  <a:rPr lang="en-US" altLang="zh-CN" dirty="0">
                    <a:ea typeface="宋体" pitchFamily="2" charset="-122"/>
                  </a:rPr>
                  <a:t>？</a:t>
                </a:r>
              </a:p>
              <a:p>
                <a:r>
                  <a:rPr lang="en-US" altLang="zh-CN" dirty="0">
                    <a:ea typeface="宋体" pitchFamily="2" charset="-122"/>
                  </a:rPr>
                  <a:t>A) </a:t>
                </a:r>
                <a:r>
                  <a:rPr lang="en-US" altLang="zh-CN" dirty="0" err="1">
                    <a:ea typeface="宋体" pitchFamily="2" charset="-122"/>
                  </a:rPr>
                  <a:t>这个男孩真勇敢</a:t>
                </a:r>
                <a:r>
                  <a:rPr lang="en-US" altLang="zh-CN" dirty="0">
                    <a:ea typeface="宋体" pitchFamily="2" charset="-122"/>
                  </a:rPr>
                  <a:t>！</a:t>
                </a:r>
              </a:p>
              <a:p>
                <a:r>
                  <a:rPr lang="en-US" altLang="zh-CN" dirty="0">
                    <a:ea typeface="宋体" pitchFamily="2" charset="-122"/>
                  </a:rPr>
                  <a:t>B) </a:t>
                </a:r>
                <a:r>
                  <a:rPr lang="en-US" altLang="zh-CN" dirty="0" err="1">
                    <a:ea typeface="宋体" pitchFamily="2" charset="-122"/>
                  </a:rPr>
                  <a:t>明年</a:t>
                </a:r>
                <a:r>
                  <a:rPr lang="en-US" altLang="zh-CN" dirty="0">
                    <a:ea typeface="宋体" pitchFamily="2" charset="-122"/>
                  </a:rPr>
                  <a:t> 5 月 1 </a:t>
                </a:r>
                <a:r>
                  <a:rPr lang="en-US" altLang="zh-CN" dirty="0" err="1">
                    <a:ea typeface="宋体" pitchFamily="2" charset="-122"/>
                  </a:rPr>
                  <a:t>日是晴天</a:t>
                </a:r>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C) </a:t>
                </a:r>
                <a:r>
                  <a:rPr lang="en-US" altLang="zh-CN" dirty="0" err="1">
                    <a:ea typeface="宋体" pitchFamily="2" charset="-122"/>
                  </a:rPr>
                  <a:t>如果</a:t>
                </a:r>
                <a:r>
                  <a:rPr lang="en-US" altLang="zh-CN" dirty="0">
                    <a:ea typeface="宋体" pitchFamily="2" charset="-122"/>
                  </a:rPr>
                  <a:t> 2+2=6, </a:t>
                </a:r>
                <a:r>
                  <a:rPr lang="zh-CN" altLang="en-US" dirty="0">
                    <a:ea typeface="宋体" pitchFamily="2" charset="-122"/>
                  </a:rPr>
                  <a:t>那么</a:t>
                </a:r>
                <a:r>
                  <a:rPr lang="en-US" altLang="zh-CN" dirty="0">
                    <a:ea typeface="宋体" pitchFamily="2" charset="-122"/>
                  </a:rPr>
                  <a:t>3 </a:t>
                </a:r>
                <a:r>
                  <a:rPr lang="en-US" altLang="zh-CN" dirty="0" err="1">
                    <a:ea typeface="宋体" pitchFamily="2" charset="-122"/>
                  </a:rPr>
                  <a:t>是奇数</a:t>
                </a:r>
                <a:r>
                  <a:rPr lang="en-US" altLang="zh-CN" dirty="0">
                    <a:ea typeface="宋体" pitchFamily="2" charset="-122"/>
                  </a:rPr>
                  <a:t>。</a:t>
                </a:r>
              </a:p>
              <a:p>
                <a:r>
                  <a:rPr lang="en-US" altLang="zh-CN" dirty="0">
                    <a:ea typeface="宋体" pitchFamily="2" charset="-122"/>
                  </a:rPr>
                  <a:t>D) </a:t>
                </a:r>
                <a14:m>
                  <m:oMath xmlns:m="http://schemas.openxmlformats.org/officeDocument/2006/math">
                    <m:r>
                      <a:rPr lang="en-US" altLang="zh-CN" b="0" i="1" smtClean="0">
                        <a:latin typeface="Cambria Math" panose="02040503050406030204"/>
                        <a:ea typeface="宋体" pitchFamily="2" charset="-122"/>
                      </a:rPr>
                      <m:t>2</m:t>
                    </m:r>
                    <m:r>
                      <a:rPr lang="en-US" altLang="zh-CN" b="0" i="1" smtClean="0">
                        <a:latin typeface="Cambria Math" panose="02040503050406030204"/>
                        <a:ea typeface="宋体" pitchFamily="2" charset="-122"/>
                      </a:rPr>
                      <m:t>𝑥</m:t>
                    </m:r>
                    <m:r>
                      <a:rPr lang="en-US" altLang="zh-CN" b="0" i="1" smtClean="0">
                        <a:latin typeface="Cambria Math" panose="02040503050406030204"/>
                        <a:ea typeface="宋体" pitchFamily="2" charset="-122"/>
                      </a:rPr>
                      <m:t>+2&gt;3</m:t>
                    </m:r>
                  </m:oMath>
                </a14:m>
                <a:r>
                  <a:rPr lang="zh-CN" altLang="en-US" dirty="0">
                    <a:ea typeface="宋体" pitchFamily="2" charset="-122"/>
                  </a:rPr>
                  <a:t>。</a:t>
                </a:r>
                <a:endParaRPr lang="zh-CN" altLang="zh-CN" dirty="0">
                  <a:ea typeface="宋体" pitchFamily="2" charset="-122"/>
                </a:endParaRPr>
              </a:p>
              <a:p>
                <a:pPr eaLnBrk="1" hangingPunct="1">
                  <a:lnSpc>
                    <a:spcPct val="80000"/>
                  </a:lnSpc>
                  <a:buFont typeface="Wingdings" panose="05000000000000000000" pitchFamily="2" charset="2"/>
                  <a:buNone/>
                </a:pPr>
                <a:endParaRPr lang="en-US" altLang="zh-CN" sz="2400" dirty="0">
                  <a:ea typeface="宋体" pitchFamily="2" charset="-122"/>
                </a:endParaRPr>
              </a:p>
            </p:txBody>
          </p:sp>
        </mc:Choice>
        <mc:Fallback xmlns="">
          <p:sp>
            <p:nvSpPr>
              <p:cNvPr id="6" name="Rectangle 3"/>
              <p:cNvSpPr txBox="1">
                <a:spLocks noRot="1" noChangeAspect="1" noMove="1" noResize="1" noEditPoints="1" noAdjustHandles="1" noChangeArrowheads="1" noChangeShapeType="1" noTextEdit="1"/>
              </p:cNvSpPr>
              <p:nvPr/>
            </p:nvSpPr>
            <p:spPr bwMode="auto">
              <a:xfrm>
                <a:off x="0" y="1447800"/>
                <a:ext cx="9145588" cy="4725988"/>
              </a:xfrm>
              <a:prstGeom prst="rect">
                <a:avLst/>
              </a:prstGeom>
              <a:blipFill rotWithShape="1">
                <a:blip r:embed="rId2"/>
                <a:stretch>
                  <a:fillRect r="3" b="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257C812-A6DC-436E-91F2-2784833041E1}" type="slidenum">
              <a:rPr lang="en-US" altLang="zh-CN" sz="1200">
                <a:effectLst>
                  <a:outerShdw blurRad="38100" dist="38100" dir="2700000" algn="tl">
                    <a:srgbClr val="C0C0C0"/>
                  </a:outerShdw>
                </a:effectLst>
                <a:latin typeface="Verdana" panose="020B0804030504040204" pitchFamily="34" charset="0"/>
              </a:rPr>
              <a:t>14</a:t>
            </a:fld>
            <a:endParaRPr lang="en-US" altLang="zh-CN" sz="1200">
              <a:effectLst>
                <a:outerShdw blurRad="38100" dist="38100" dir="2700000" algn="tl">
                  <a:srgbClr val="C0C0C0"/>
                </a:outerShdw>
              </a:effectLst>
              <a:latin typeface="Verdana" panose="020B0804030504040204" pitchFamily="34" charset="0"/>
            </a:endParaRPr>
          </a:p>
        </p:txBody>
      </p:sp>
      <p:sp>
        <p:nvSpPr>
          <p:cNvPr id="15363" name="Rectangle 2"/>
          <p:cNvSpPr>
            <a:spLocks noGrp="1" noChangeArrowheads="1"/>
          </p:cNvSpPr>
          <p:nvPr>
            <p:ph type="title" idx="4294967295"/>
          </p:nvPr>
        </p:nvSpPr>
        <p:spPr/>
        <p:txBody>
          <a:bodyPr/>
          <a:lstStyle/>
          <a:p>
            <a:pPr eaLnBrk="1" hangingPunct="1"/>
            <a:r>
              <a:rPr lang="en-US" altLang="zh-CN">
                <a:ea typeface="宋体" pitchFamily="2" charset="-122"/>
              </a:rPr>
              <a:t>示例 </a:t>
            </a:r>
          </a:p>
        </p:txBody>
      </p:sp>
      <p:sp>
        <p:nvSpPr>
          <p:cNvPr id="15364" name="Rectangle 3"/>
          <p:cNvSpPr>
            <a:spLocks noGrp="1" noChangeArrowheads="1"/>
          </p:cNvSpPr>
          <p:nvPr>
            <p:ph type="body" idx="4294967295"/>
          </p:nvPr>
        </p:nvSpPr>
        <p:spPr>
          <a:xfrm>
            <a:off x="233362" y="1342457"/>
            <a:ext cx="8801100" cy="4876800"/>
          </a:xfrm>
        </p:spPr>
        <p:txBody>
          <a:bodyPr/>
          <a:lstStyle/>
          <a:p>
            <a:pPr eaLnBrk="1" hangingPunct="1"/>
            <a:r>
              <a:rPr lang="en-US" altLang="zh-CN" sz="2400" dirty="0">
                <a:solidFill>
                  <a:srgbClr val="000000"/>
                </a:solidFill>
                <a:latin typeface="Times New Roman" panose="02020503050405090304" pitchFamily="18" charset="0"/>
                <a:ea typeface="宋体" pitchFamily="2" charset="-122"/>
              </a:rPr>
              <a:t>逻辑联结词广泛应用于信息搜索中，因为搜索采用的是命题逻辑搜索的技术，所以一般上也称为布尔搜索。布尔搜索常常使用联结词and、or、not将语句拆分成一个或几个搜索项。</a:t>
            </a:r>
          </a:p>
          <a:p>
            <a:pPr eaLnBrk="1" hangingPunct="1"/>
            <a:r>
              <a:rPr lang="en-US" altLang="zh-CN" sz="2400" dirty="0" err="1">
                <a:solidFill>
                  <a:srgbClr val="000000"/>
                </a:solidFill>
                <a:latin typeface="Times New Roman" panose="02020503050405090304" pitchFamily="18" charset="0"/>
                <a:ea typeface="宋体" pitchFamily="2" charset="-122"/>
              </a:rPr>
              <a:t>在搜索引擎中输入语句进行搜索，搜索引擎会将语句拆分成具有联结词的命题式子进行搜索</a:t>
            </a:r>
            <a:r>
              <a:rPr lang="en-US" altLang="zh-CN" sz="2400" dirty="0">
                <a:solidFill>
                  <a:srgbClr val="000000"/>
                </a:solidFill>
                <a:latin typeface="Times New Roman" panose="02020503050405090304" pitchFamily="18" charset="0"/>
                <a:ea typeface="宋体" pitchFamily="2" charset="-122"/>
              </a:rPr>
              <a:t>：</a:t>
            </a:r>
            <a:endParaRPr lang="en-US" altLang="zh-CN" sz="2800" dirty="0">
              <a:solidFill>
                <a:srgbClr val="000000"/>
              </a:solidFill>
              <a:latin typeface="Times New Roman" panose="02020503050405090304" pitchFamily="18" charset="0"/>
              <a:ea typeface="宋体" pitchFamily="2" charset="-122"/>
            </a:endParaRPr>
          </a:p>
          <a:p>
            <a:pPr eaLnBrk="1" hangingPunct="1"/>
            <a:endParaRPr lang="en-US" altLang="zh-CN" sz="2400" dirty="0">
              <a:solidFill>
                <a:srgbClr val="000000"/>
              </a:solidFill>
              <a:latin typeface="Times New Roman" panose="02020503050405090304" pitchFamily="18" charset="0"/>
              <a:ea typeface="宋体" pitchFamily="2" charset="-122"/>
            </a:endParaRPr>
          </a:p>
          <a:p>
            <a:pPr eaLnBrk="1" hangingPunct="1"/>
            <a:endParaRPr lang="en-US" altLang="zh-CN" sz="2800" dirty="0">
              <a:solidFill>
                <a:srgbClr val="000000"/>
              </a:solidFill>
              <a:latin typeface="Times New Roman" panose="02020503050405090304" pitchFamily="18" charset="0"/>
              <a:ea typeface="宋体" pitchFamily="2" charset="-122"/>
            </a:endParaRPr>
          </a:p>
          <a:p>
            <a:pPr eaLnBrk="1" hangingPunct="1"/>
            <a:endParaRPr lang="en-US" altLang="zh-CN" dirty="0">
              <a:ea typeface="宋体" pitchFamily="2" charset="-122"/>
              <a:sym typeface="Symbol" panose="05050102010706020507" pitchFamily="18" charset="2"/>
            </a:endParaRPr>
          </a:p>
          <a:p>
            <a:pPr lvl="1" eaLnBrk="1" hangingPunct="1">
              <a:buFont typeface="Wingdings" panose="05000000000000000000" pitchFamily="2" charset="2"/>
              <a:buNone/>
            </a:pPr>
            <a:endParaRPr lang="en-US" altLang="zh-CN" dirty="0">
              <a:ea typeface="宋体" pitchFamily="2" charset="-122"/>
              <a:sym typeface="Symbol" panose="05050102010706020507" pitchFamily="18" charset="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58" y="3301264"/>
            <a:ext cx="4857085" cy="3200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3D11CCF-CC6D-4C3A-BB74-6C92FE52B374}" type="slidenum">
              <a:rPr lang="en-US" altLang="zh-CN" sz="1200">
                <a:effectLst>
                  <a:outerShdw blurRad="38100" dist="38100" dir="2700000" algn="tl">
                    <a:srgbClr val="C0C0C0"/>
                  </a:outerShdw>
                </a:effectLst>
                <a:latin typeface="Verdana" panose="020B0804030504040204" pitchFamily="34" charset="0"/>
              </a:rPr>
              <a:t>15</a:t>
            </a:fld>
            <a:endParaRPr lang="en-US" altLang="zh-CN" sz="1200">
              <a:effectLst>
                <a:outerShdw blurRad="38100" dist="38100" dir="2700000" algn="tl">
                  <a:srgbClr val="C0C0C0"/>
                </a:outerShdw>
              </a:effectLst>
              <a:latin typeface="Verdana" panose="020B0804030504040204" pitchFamily="34" charset="0"/>
            </a:endParaRPr>
          </a:p>
        </p:txBody>
      </p:sp>
      <p:sp>
        <p:nvSpPr>
          <p:cNvPr id="17411" name="Rectangle 2"/>
          <p:cNvSpPr>
            <a:spLocks noGrp="1" noChangeArrowheads="1"/>
          </p:cNvSpPr>
          <p:nvPr>
            <p:ph type="title" idx="4294967295"/>
          </p:nvPr>
        </p:nvSpPr>
        <p:spPr/>
        <p:txBody>
          <a:bodyPr/>
          <a:lstStyle/>
          <a:p>
            <a:pPr eaLnBrk="1" hangingPunct="1"/>
            <a:r>
              <a:rPr lang="en-US" altLang="zh-CN">
                <a:ea typeface="宋体" pitchFamily="2" charset="-122"/>
              </a:rPr>
              <a:t>否定操作符</a:t>
            </a:r>
          </a:p>
        </p:txBody>
      </p:sp>
      <p:sp>
        <p:nvSpPr>
          <p:cNvPr id="17412"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dirty="0">
                <a:ea typeface="宋体" pitchFamily="2" charset="-122"/>
              </a:rPr>
              <a:t>一元否定运算符</a:t>
            </a:r>
            <a:r>
              <a:rPr lang="en-US" altLang="zh-CN" dirty="0">
                <a:latin typeface="Times New Roman" panose="02020503050405090304" pitchFamily="18" charset="0"/>
                <a:ea typeface="宋体" pitchFamily="2" charset="-122"/>
              </a:rPr>
              <a:t>"¬"</a:t>
            </a:r>
            <a:r>
              <a:rPr lang="en-US" altLang="zh-CN" dirty="0">
                <a:ea typeface="宋体" pitchFamily="2" charset="-122"/>
              </a:rPr>
              <a:t>（</a:t>
            </a:r>
            <a:r>
              <a:rPr lang="en-US" altLang="zh-CN" i="1" dirty="0" err="1">
                <a:ea typeface="宋体" pitchFamily="2" charset="-122"/>
              </a:rPr>
              <a:t>NOT</a:t>
            </a:r>
            <a:r>
              <a:rPr lang="en-US" altLang="zh-CN" dirty="0" err="1">
                <a:ea typeface="宋体" pitchFamily="2" charset="-122"/>
              </a:rPr>
              <a:t>）将一个命题转化为它的</a:t>
            </a:r>
            <a:r>
              <a:rPr lang="en-US" altLang="zh-CN" i="1" dirty="0" err="1">
                <a:ea typeface="宋体" pitchFamily="2" charset="-122"/>
              </a:rPr>
              <a:t>否定</a:t>
            </a:r>
            <a:r>
              <a:rPr lang="en-US" altLang="zh-CN" dirty="0" err="1">
                <a:ea typeface="宋体" pitchFamily="2" charset="-122"/>
              </a:rPr>
              <a:t>命题</a:t>
            </a:r>
            <a:r>
              <a:rPr lang="en-US" altLang="zh-CN" dirty="0">
                <a:ea typeface="宋体" pitchFamily="2" charset="-122"/>
              </a:rPr>
              <a:t>。</a:t>
            </a:r>
          </a:p>
          <a:p>
            <a:pPr eaLnBrk="1" hangingPunct="1">
              <a:buFont typeface="Wingdings" panose="05000000000000000000" pitchFamily="2" charset="2"/>
              <a:buNone/>
            </a:pPr>
            <a:r>
              <a:rPr lang="en-US" altLang="zh-CN" dirty="0">
                <a:solidFill>
                  <a:srgbClr val="000000"/>
                </a:solidFill>
                <a:ea typeface="宋体" pitchFamily="2" charset="-122"/>
              </a:rPr>
              <a:t>例如，如果 </a:t>
            </a:r>
            <a:r>
              <a:rPr lang="en-US" altLang="zh-CN" i="1" dirty="0">
                <a:solidFill>
                  <a:srgbClr val="000000"/>
                </a:solidFill>
                <a:ea typeface="宋体" pitchFamily="2" charset="-122"/>
              </a:rPr>
              <a:t>p </a:t>
            </a:r>
            <a:r>
              <a:rPr lang="en-US" altLang="zh-CN" dirty="0">
                <a:solidFill>
                  <a:srgbClr val="000000"/>
                </a:solidFill>
                <a:ea typeface="宋体" pitchFamily="2" charset="-122"/>
              </a:rPr>
              <a:t>= </a:t>
            </a:r>
            <a:r>
              <a:rPr lang="en-US" altLang="zh-CN" dirty="0">
                <a:solidFill>
                  <a:srgbClr val="000000"/>
                </a:solidFill>
                <a:latin typeface="Times New Roman" panose="02020503050405090304" pitchFamily="18" charset="0"/>
                <a:ea typeface="宋体" pitchFamily="2" charset="-122"/>
              </a:rPr>
              <a:t>"</a:t>
            </a:r>
            <a:r>
              <a:rPr lang="en-US" altLang="zh-CN" dirty="0" err="1">
                <a:solidFill>
                  <a:srgbClr val="000000"/>
                </a:solidFill>
                <a:ea typeface="宋体" pitchFamily="2" charset="-122"/>
              </a:rPr>
              <a:t>我有一头黑发</a:t>
            </a:r>
            <a:r>
              <a:rPr lang="en-US" altLang="zh-CN" dirty="0">
                <a:solidFill>
                  <a:srgbClr val="000000"/>
                </a:solidFill>
                <a:latin typeface="Times New Roman" panose="02020503050405090304" pitchFamily="18" charset="0"/>
                <a:ea typeface="宋体" pitchFamily="2" charset="-122"/>
              </a:rPr>
              <a:t>"</a:t>
            </a:r>
            <a:r>
              <a:rPr lang="en-US" altLang="zh-CN" dirty="0">
                <a:solidFill>
                  <a:srgbClr val="000000"/>
                </a:solidFill>
                <a:ea typeface="宋体" pitchFamily="2" charset="-122"/>
              </a:rPr>
              <a:t>。</a:t>
            </a:r>
          </a:p>
          <a:p>
            <a:pPr eaLnBrk="1" hangingPunct="1">
              <a:buNone/>
            </a:pPr>
            <a:r>
              <a:rPr lang="en-US" altLang="zh-CN" dirty="0">
                <a:solidFill>
                  <a:srgbClr val="000000"/>
                </a:solidFill>
                <a:ea typeface="宋体" pitchFamily="2" charset="-122"/>
              </a:rPr>
              <a:t>	    则</a:t>
            </a:r>
            <a:r>
              <a:rPr lang="en-US" altLang="zh-CN" i="1" dirty="0">
                <a:solidFill>
                  <a:srgbClr val="000000"/>
                </a:solidFill>
                <a:ea typeface="宋体" pitchFamily="2" charset="-122"/>
              </a:rPr>
              <a:t> ¬p </a:t>
            </a:r>
            <a:r>
              <a:rPr lang="en-US" altLang="zh-CN" dirty="0">
                <a:solidFill>
                  <a:srgbClr val="000000"/>
                </a:solidFill>
                <a:ea typeface="宋体" pitchFamily="2" charset="-122"/>
              </a:rPr>
              <a:t>= </a:t>
            </a:r>
            <a:r>
              <a:rPr lang="en-US" altLang="zh-CN" dirty="0">
                <a:solidFill>
                  <a:srgbClr val="000000"/>
                </a:solidFill>
                <a:latin typeface="Times New Roman" panose="02020503050405090304" pitchFamily="18" charset="0"/>
                <a:ea typeface="宋体" pitchFamily="2" charset="-122"/>
              </a:rPr>
              <a:t>"</a:t>
            </a:r>
            <a:r>
              <a:rPr lang="en-US" altLang="zh-CN" dirty="0" err="1">
                <a:solidFill>
                  <a:srgbClr val="000000"/>
                </a:solidFill>
                <a:ea typeface="宋体" pitchFamily="2" charset="-122"/>
              </a:rPr>
              <a:t>我</a:t>
            </a:r>
            <a:r>
              <a:rPr lang="en-US" altLang="zh-CN" b="1" dirty="0" err="1">
                <a:solidFill>
                  <a:srgbClr val="000000"/>
                </a:solidFill>
                <a:ea typeface="宋体" pitchFamily="2" charset="-122"/>
              </a:rPr>
              <a:t>没有</a:t>
            </a:r>
            <a:r>
              <a:rPr lang="en-US" altLang="zh-CN" dirty="0" err="1">
                <a:solidFill>
                  <a:srgbClr val="000000"/>
                </a:solidFill>
                <a:ea typeface="宋体" pitchFamily="2" charset="-122"/>
              </a:rPr>
              <a:t>黑头发</a:t>
            </a:r>
            <a:r>
              <a:rPr lang="en-US" altLang="zh-CN" dirty="0">
                <a:solidFill>
                  <a:srgbClr val="000000"/>
                </a:solidFill>
                <a:latin typeface="Times New Roman" panose="02020503050405090304" pitchFamily="18" charset="0"/>
                <a:ea typeface="宋体" pitchFamily="2" charset="-122"/>
              </a:rPr>
              <a:t>"</a:t>
            </a:r>
            <a:r>
              <a:rPr lang="en-US" altLang="zh-CN" dirty="0">
                <a:solidFill>
                  <a:srgbClr val="000000"/>
                </a:solidFill>
                <a:ea typeface="宋体" pitchFamily="2" charset="-122"/>
              </a:rPr>
              <a:t>。</a:t>
            </a:r>
          </a:p>
          <a:p>
            <a:pPr eaLnBrk="1" hangingPunct="1">
              <a:buFont typeface="Wingdings" panose="05000000000000000000" pitchFamily="2" charset="2"/>
              <a:buNone/>
            </a:pPr>
            <a:r>
              <a:rPr lang="en-US" altLang="zh-CN" dirty="0">
                <a:ea typeface="宋体" pitchFamily="2" charset="-122"/>
              </a:rPr>
              <a:t>NOT 的</a:t>
            </a:r>
            <a:r>
              <a:rPr lang="en-US" altLang="zh-CN" i="1" dirty="0">
                <a:ea typeface="宋体" pitchFamily="2" charset="-122"/>
              </a:rPr>
              <a:t>真值表</a:t>
            </a:r>
            <a:r>
              <a:rPr lang="en-US" altLang="zh-CN" dirty="0">
                <a:ea typeface="宋体" pitchFamily="2" charset="-122"/>
              </a:rPr>
              <a:t>：</a:t>
            </a:r>
          </a:p>
        </p:txBody>
      </p:sp>
      <p:graphicFrame>
        <p:nvGraphicFramePr>
          <p:cNvPr id="17413" name="Object 4"/>
          <p:cNvGraphicFramePr>
            <a:graphicFrameLocks noChangeAspect="1"/>
          </p:cNvGraphicFramePr>
          <p:nvPr/>
        </p:nvGraphicFramePr>
        <p:xfrm>
          <a:off x="5702300" y="4192588"/>
          <a:ext cx="1439863" cy="1612900"/>
        </p:xfrm>
        <a:graphic>
          <a:graphicData uri="http://schemas.openxmlformats.org/presentationml/2006/ole">
            <mc:AlternateContent xmlns:mc="http://schemas.openxmlformats.org/markup-compatibility/2006">
              <mc:Choice xmlns:v="urn:schemas-microsoft-com:vml" Requires="v">
                <p:oleObj r:id="rId2" imgW="1450975" imgH="1618615" progId="Word.Document.8">
                  <p:embed/>
                </p:oleObj>
              </mc:Choice>
              <mc:Fallback>
                <p:oleObj r:id="rId2" imgW="1450975" imgH="1618615"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2300" y="4192588"/>
                        <a:ext cx="1439863"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4" name="Text Box 5"/>
          <p:cNvSpPr txBox="1">
            <a:spLocks noChangeArrowheads="1"/>
          </p:cNvSpPr>
          <p:nvPr/>
        </p:nvSpPr>
        <p:spPr bwMode="auto">
          <a:xfrm>
            <a:off x="1076325" y="4953000"/>
            <a:ext cx="3565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400">
                <a:solidFill>
                  <a:srgbClr val="006600"/>
                </a:solidFill>
                <a:latin typeface="Times New Roman" panose="02020503050405090304" pitchFamily="18" charset="0"/>
              </a:rPr>
              <a:t>T :≡ 真； F :≡ 假</a:t>
            </a:r>
          </a:p>
          <a:p>
            <a:pPr>
              <a:spcBef>
                <a:spcPct val="0"/>
              </a:spcBef>
              <a:buClrTx/>
              <a:buFontTx/>
              <a:buNone/>
            </a:pPr>
            <a:r>
              <a:rPr lang="en-US" altLang="zh-CN" sz="2400">
                <a:solidFill>
                  <a:srgbClr val="006600"/>
                </a:solidFill>
                <a:latin typeface="Times New Roman" panose="02020503050405090304" pitchFamily="18" charset="0"/>
              </a:rPr>
              <a:t>"：≡"的意思是 "被定义为"</a:t>
            </a:r>
          </a:p>
        </p:txBody>
      </p:sp>
      <p:sp>
        <p:nvSpPr>
          <p:cNvPr id="17415" name="Text Box 6"/>
          <p:cNvSpPr txBox="1">
            <a:spLocks noChangeArrowheads="1"/>
          </p:cNvSpPr>
          <p:nvPr/>
        </p:nvSpPr>
        <p:spPr bwMode="auto">
          <a:xfrm>
            <a:off x="4952991" y="5654675"/>
            <a:ext cx="1447762" cy="46166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400" dirty="0" err="1">
                <a:latin typeface="Times New Roman" panose="02020503050405090304" pitchFamily="18" charset="0"/>
              </a:rPr>
              <a:t>操作</a:t>
            </a:r>
            <a:r>
              <a:rPr lang="zh-CN" altLang="en-US" sz="2400" dirty="0">
                <a:latin typeface="Times New Roman" panose="02020503050405090304" pitchFamily="18" charset="0"/>
              </a:rPr>
              <a:t>数</a:t>
            </a:r>
            <a:r>
              <a:rPr lang="en-US" altLang="zh-CN" sz="2400" dirty="0">
                <a:latin typeface="Times New Roman" panose="02020503050405090304" pitchFamily="18" charset="0"/>
              </a:rPr>
              <a:t>列</a:t>
            </a:r>
          </a:p>
        </p:txBody>
      </p:sp>
      <p:sp>
        <p:nvSpPr>
          <p:cNvPr id="17416" name="Text Box 7"/>
          <p:cNvSpPr txBox="1">
            <a:spLocks noChangeArrowheads="1"/>
          </p:cNvSpPr>
          <p:nvPr/>
        </p:nvSpPr>
        <p:spPr bwMode="auto">
          <a:xfrm>
            <a:off x="6523038" y="5654675"/>
            <a:ext cx="1107996" cy="46166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400" dirty="0" err="1">
                <a:latin typeface="Times New Roman" panose="02020503050405090304" pitchFamily="18" charset="0"/>
              </a:rPr>
              <a:t>结果</a:t>
            </a:r>
            <a:r>
              <a:rPr lang="zh-CN" altLang="en-US" sz="2400" dirty="0">
                <a:latin typeface="Times New Roman" panose="02020503050405090304" pitchFamily="18" charset="0"/>
              </a:rPr>
              <a:t>列</a:t>
            </a:r>
            <a:endParaRPr lang="en-US" altLang="zh-CN" sz="2400" dirty="0">
              <a:latin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50C6CF2-63D1-4D42-ABEC-534B519F5262}" type="slidenum">
              <a:rPr lang="en-US" altLang="zh-CN" sz="1200">
                <a:effectLst>
                  <a:outerShdw blurRad="38100" dist="38100" dir="2700000" algn="tl">
                    <a:srgbClr val="C0C0C0"/>
                  </a:outerShdw>
                </a:effectLst>
                <a:latin typeface="Verdana" panose="020B0804030504040204" pitchFamily="34" charset="0"/>
              </a:rPr>
              <a:t>16</a:t>
            </a:fld>
            <a:endParaRPr lang="en-US" altLang="zh-CN" sz="1200">
              <a:effectLst>
                <a:outerShdw blurRad="38100" dist="38100" dir="2700000" algn="tl">
                  <a:srgbClr val="C0C0C0"/>
                </a:outerShdw>
              </a:effectLst>
              <a:latin typeface="Verdana" panose="020B0804030504040204" pitchFamily="34" charset="0"/>
            </a:endParaRPr>
          </a:p>
        </p:txBody>
      </p:sp>
      <p:sp>
        <p:nvSpPr>
          <p:cNvPr id="18435" name="Rectangle 2"/>
          <p:cNvSpPr>
            <a:spLocks noGrp="1" noChangeArrowheads="1"/>
          </p:cNvSpPr>
          <p:nvPr>
            <p:ph type="title" idx="4294967295"/>
          </p:nvPr>
        </p:nvSpPr>
        <p:spPr/>
        <p:txBody>
          <a:bodyPr/>
          <a:lstStyle/>
          <a:p>
            <a:pPr eaLnBrk="1" hangingPunct="1"/>
            <a:r>
              <a:rPr lang="zh-CN" altLang="en-US" dirty="0">
                <a:ea typeface="宋体" pitchFamily="2" charset="-122"/>
              </a:rPr>
              <a:t>合取</a:t>
            </a:r>
            <a:r>
              <a:rPr lang="en-US" altLang="zh-CN" dirty="0" err="1">
                <a:ea typeface="宋体" pitchFamily="2" charset="-122"/>
              </a:rPr>
              <a:t>运算符</a:t>
            </a:r>
            <a:endParaRPr lang="en-US" altLang="zh-CN" dirty="0">
              <a:ea typeface="宋体" pitchFamily="2" charset="-122"/>
            </a:endParaRPr>
          </a:p>
        </p:txBody>
      </p:sp>
      <p:sp>
        <p:nvSpPr>
          <p:cNvPr id="18436"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dirty="0">
                <a:ea typeface="宋体" pitchFamily="2" charset="-122"/>
              </a:rPr>
              <a:t>二元连接运算符</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（AND）将两个命题结合起来，形成它们的逻辑连接。</a:t>
            </a:r>
          </a:p>
          <a:p>
            <a:pPr eaLnBrk="1" hangingPunct="1">
              <a:buFont typeface="Wingdings" panose="05000000000000000000" pitchFamily="2" charset="2"/>
              <a:buNone/>
            </a:pPr>
            <a:endParaRPr lang="en-US" altLang="zh-CN" dirty="0">
              <a:ea typeface="宋体" pitchFamily="2" charset="-122"/>
              <a:sym typeface="Symbol" panose="05050102010706020507" pitchFamily="18" charset="2"/>
            </a:endParaRPr>
          </a:p>
          <a:p>
            <a:pPr eaLnBrk="1" hangingPunct="1">
              <a:buNone/>
            </a:pPr>
            <a:r>
              <a:rPr lang="en-US" altLang="zh-CN" dirty="0">
                <a:solidFill>
                  <a:srgbClr val="000000"/>
                </a:solidFill>
                <a:ea typeface="宋体" pitchFamily="2" charset="-122"/>
                <a:sym typeface="Symbol" panose="05050102010706020507" pitchFamily="18" charset="2"/>
              </a:rPr>
              <a:t>例如，如果 </a:t>
            </a:r>
            <a:r>
              <a:rPr lang="en-US" altLang="zh-CN" i="1" dirty="0">
                <a:solidFill>
                  <a:srgbClr val="000000"/>
                </a:solidFill>
                <a:ea typeface="宋体" pitchFamily="2" charset="-122"/>
                <a:sym typeface="Symbol" panose="05050102010706020507" pitchFamily="18" charset="2"/>
              </a:rPr>
              <a:t>p</a:t>
            </a:r>
            <a:r>
              <a:rPr lang="en-US" altLang="zh-CN" dirty="0">
                <a:solidFill>
                  <a:srgbClr val="000000"/>
                </a:solidFill>
                <a:ea typeface="宋体" pitchFamily="2" charset="-122"/>
                <a:sym typeface="Symbol" panose="05050102010706020507" pitchFamily="18" charset="2"/>
              </a:rPr>
              <a:t>=</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err="1">
                <a:solidFill>
                  <a:srgbClr val="000000"/>
                </a:solidFill>
                <a:ea typeface="宋体" pitchFamily="2" charset="-122"/>
                <a:sym typeface="Symbol" panose="05050102010706020507" pitchFamily="18" charset="2"/>
              </a:rPr>
              <a:t>我午餐要吃面条</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0000"/>
                </a:solidFill>
                <a:ea typeface="宋体" pitchFamily="2" charset="-122"/>
                <a:sym typeface="Symbol" panose="05050102010706020507" pitchFamily="18" charset="2"/>
              </a:rPr>
              <a:t>，</a:t>
            </a:r>
            <a:r>
              <a:rPr lang="en-US" altLang="zh-CN" i="1" dirty="0">
                <a:solidFill>
                  <a:srgbClr val="000000"/>
                </a:solidFill>
                <a:ea typeface="宋体" pitchFamily="2" charset="-122"/>
                <a:sym typeface="Symbol" panose="05050102010706020507" pitchFamily="18" charset="2"/>
              </a:rPr>
              <a:t>q=</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err="1">
                <a:solidFill>
                  <a:srgbClr val="000000"/>
                </a:solidFill>
                <a:ea typeface="宋体" pitchFamily="2" charset="-122"/>
                <a:sym typeface="Symbol" panose="05050102010706020507" pitchFamily="18" charset="2"/>
              </a:rPr>
              <a:t>我晚餐要吃水果</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0000"/>
                </a:solidFill>
                <a:ea typeface="宋体" pitchFamily="2" charset="-122"/>
                <a:sym typeface="Symbol" panose="05050102010706020507" pitchFamily="18" charset="2"/>
              </a:rPr>
              <a:t>，那么 </a:t>
            </a:r>
            <a:r>
              <a:rPr lang="en-US" altLang="zh-CN" i="1" dirty="0" err="1">
                <a:solidFill>
                  <a:srgbClr val="000000"/>
                </a:solidFill>
                <a:ea typeface="宋体" pitchFamily="2" charset="-122"/>
                <a:sym typeface="Symbol" panose="05050102010706020507" pitchFamily="18" charset="2"/>
              </a:rPr>
              <a:t>pq</a:t>
            </a:r>
            <a:r>
              <a:rPr lang="en-US" altLang="zh-CN" dirty="0">
                <a:solidFill>
                  <a:srgbClr val="000000"/>
                </a:solidFill>
                <a:ea typeface="宋体" pitchFamily="2" charset="-122"/>
                <a:sym typeface="Symbol" panose="05050102010706020507" pitchFamily="18" charset="2"/>
              </a:rPr>
              <a:t>=</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0000"/>
                </a:solidFill>
                <a:ea typeface="宋体" pitchFamily="2" charset="-122"/>
                <a:sym typeface="Symbol" panose="05050102010706020507" pitchFamily="18" charset="2"/>
              </a:rPr>
              <a:t> </a:t>
            </a:r>
            <a:r>
              <a:rPr lang="en-US" altLang="zh-CN" dirty="0" err="1">
                <a:solidFill>
                  <a:srgbClr val="000000"/>
                </a:solidFill>
                <a:ea typeface="宋体" pitchFamily="2" charset="-122"/>
                <a:sym typeface="Symbol" panose="05050102010706020507" pitchFamily="18" charset="2"/>
              </a:rPr>
              <a:t>我午餐要吃面条</a:t>
            </a:r>
            <a:r>
              <a:rPr lang="zh-CN" altLang="en-US" dirty="0">
                <a:solidFill>
                  <a:srgbClr val="000000"/>
                </a:solidFill>
                <a:ea typeface="宋体" pitchFamily="2" charset="-122"/>
                <a:sym typeface="Symbol" panose="05050102010706020507" pitchFamily="18" charset="2"/>
              </a:rPr>
              <a:t>，并且，</a:t>
            </a:r>
            <a:r>
              <a:rPr lang="en-US" altLang="zh-CN" dirty="0">
                <a:solidFill>
                  <a:srgbClr val="000000"/>
                </a:solidFill>
                <a:ea typeface="宋体" pitchFamily="2" charset="-122"/>
                <a:sym typeface="Symbol" panose="05050102010706020507" pitchFamily="18" charset="2"/>
              </a:rPr>
              <a:t> 我</a:t>
            </a:r>
            <a:r>
              <a:rPr lang="zh-CN" altLang="en-US" dirty="0">
                <a:solidFill>
                  <a:srgbClr val="000000"/>
                </a:solidFill>
                <a:ea typeface="宋体" pitchFamily="2" charset="-122"/>
                <a:sym typeface="Symbol" panose="05050102010706020507" pitchFamily="18" charset="2"/>
              </a:rPr>
              <a:t>晚餐</a:t>
            </a:r>
            <a:r>
              <a:rPr lang="en-US" altLang="zh-CN" dirty="0" err="1">
                <a:solidFill>
                  <a:srgbClr val="000000"/>
                </a:solidFill>
                <a:ea typeface="宋体" pitchFamily="2" charset="-122"/>
                <a:sym typeface="Symbol" panose="05050102010706020507" pitchFamily="18" charset="2"/>
              </a:rPr>
              <a:t>要吃水果</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0000"/>
                </a:solidFill>
                <a:ea typeface="宋体" pitchFamily="2" charset="-122"/>
                <a:sym typeface="Symbol" panose="05050102010706020507" pitchFamily="18" charset="2"/>
              </a:rPr>
              <a:t>。</a:t>
            </a:r>
            <a:endParaRPr lang="en-US" altLang="zh-CN" dirty="0">
              <a:solidFill>
                <a:srgbClr val="000000"/>
              </a:solidFill>
              <a:ea typeface="宋体" pitchFamily="2" charset="-122"/>
            </a:endParaRPr>
          </a:p>
        </p:txBody>
      </p:sp>
      <p:sp>
        <p:nvSpPr>
          <p:cNvPr id="18437" name="Line 4"/>
          <p:cNvSpPr>
            <a:spLocks noChangeShapeType="1"/>
          </p:cNvSpPr>
          <p:nvPr/>
        </p:nvSpPr>
        <p:spPr bwMode="auto">
          <a:xfrm>
            <a:off x="8229600" y="6135688"/>
            <a:ext cx="152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38" name="Line 5"/>
          <p:cNvSpPr>
            <a:spLocks noChangeShapeType="1"/>
          </p:cNvSpPr>
          <p:nvPr/>
        </p:nvSpPr>
        <p:spPr bwMode="auto">
          <a:xfrm>
            <a:off x="8121650" y="3284538"/>
            <a:ext cx="15240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2BD0703B-6075-4C78-ACDA-2EC0D1E804E5}" type="slidenum">
              <a:rPr lang="en-US" altLang="zh-CN" sz="1200">
                <a:effectLst>
                  <a:outerShdw blurRad="38100" dist="38100" dir="2700000" algn="tl">
                    <a:srgbClr val="C0C0C0"/>
                  </a:outerShdw>
                </a:effectLst>
                <a:latin typeface="Verdana" panose="020B0804030504040204" pitchFamily="34" charset="0"/>
              </a:rPr>
              <a:t>17</a:t>
            </a:fld>
            <a:endParaRPr lang="en-US" altLang="zh-CN" sz="1200">
              <a:effectLst>
                <a:outerShdw blurRad="38100" dist="38100" dir="2700000" algn="tl">
                  <a:srgbClr val="C0C0C0"/>
                </a:outerShdw>
              </a:effectLst>
              <a:latin typeface="Verdana" panose="020B0804030504040204" pitchFamily="34" charset="0"/>
            </a:endParaRPr>
          </a:p>
        </p:txBody>
      </p:sp>
      <p:sp>
        <p:nvSpPr>
          <p:cNvPr id="19459" name="Rectangle 2"/>
          <p:cNvSpPr>
            <a:spLocks noGrp="1" noChangeArrowheads="1"/>
          </p:cNvSpPr>
          <p:nvPr>
            <p:ph type="body" idx="4294967295"/>
          </p:nvPr>
        </p:nvSpPr>
        <p:spPr/>
        <p:txBody>
          <a:bodyPr/>
          <a:lstStyle/>
          <a:p>
            <a:pPr eaLnBrk="1" hangingPunct="1"/>
            <a:r>
              <a:rPr lang="en-US" altLang="zh-CN" sz="2800" dirty="0" err="1">
                <a:ea typeface="宋体" pitchFamily="2" charset="-122"/>
              </a:rPr>
              <a:t>注意</a:t>
            </a:r>
            <a:r>
              <a:rPr lang="zh-CN" altLang="en-US" sz="2800" dirty="0">
                <a:ea typeface="宋体" pitchFamily="2" charset="-122"/>
              </a:rPr>
              <a:t>：</a:t>
            </a:r>
            <a:r>
              <a:rPr lang="en-US" altLang="zh-CN" sz="2800" i="1" dirty="0">
                <a:ea typeface="宋体" pitchFamily="2" charset="-122"/>
              </a:rPr>
              <a:t>n</a:t>
            </a:r>
            <a:r>
              <a:rPr lang="zh-CN" altLang="en-US" sz="2800" dirty="0">
                <a:ea typeface="宋体" pitchFamily="2" charset="-122"/>
              </a:rPr>
              <a:t>个命题的</a:t>
            </a:r>
            <a:br>
              <a:rPr lang="en-US" altLang="zh-CN" sz="2800" dirty="0">
                <a:ea typeface="宋体" pitchFamily="2" charset="-122"/>
              </a:rPr>
            </a:br>
            <a:r>
              <a:rPr lang="zh-CN" altLang="en-US" sz="2800" dirty="0">
                <a:ea typeface="宋体" pitchFamily="2" charset="-122"/>
              </a:rPr>
              <a:t>合取范式</a:t>
            </a:r>
            <a:br>
              <a:rPr lang="en-US" altLang="zh-CN" sz="2800" dirty="0">
                <a:ea typeface="宋体" pitchFamily="2" charset="-122"/>
              </a:rPr>
            </a:br>
            <a:r>
              <a:rPr lang="en-US" altLang="zh-CN" sz="2800" i="1" dirty="0">
                <a:ea typeface="宋体" pitchFamily="2" charset="-122"/>
              </a:rPr>
              <a:t>p</a:t>
            </a:r>
            <a:r>
              <a:rPr lang="en-US" altLang="zh-CN" sz="2800" baseline="-25000" dirty="0">
                <a:ea typeface="宋体" pitchFamily="2" charset="-122"/>
              </a:rPr>
              <a:t>1</a:t>
            </a:r>
            <a:r>
              <a:rPr lang="en-US" altLang="zh-CN" sz="2800" dirty="0">
                <a:ea typeface="宋体" pitchFamily="2" charset="-122"/>
                <a:sym typeface="Symbol" panose="05050102010706020507" pitchFamily="18" charset="2"/>
              </a:rPr>
              <a:t>  </a:t>
            </a:r>
            <a:r>
              <a:rPr lang="en-US" altLang="zh-CN" sz="2800" i="1" dirty="0">
                <a:ea typeface="宋体" pitchFamily="2" charset="-122"/>
              </a:rPr>
              <a:t>p</a:t>
            </a:r>
            <a:r>
              <a:rPr lang="en-US" altLang="zh-CN" sz="2800" baseline="-25000" dirty="0">
                <a:ea typeface="宋体" pitchFamily="2" charset="-122"/>
              </a:rPr>
              <a:t>2 </a:t>
            </a:r>
            <a:r>
              <a:rPr lang="en-US" altLang="zh-CN" sz="2800" dirty="0">
                <a:ea typeface="宋体" pitchFamily="2" charset="-122"/>
                <a:sym typeface="Symbol" panose="05050102010706020507" pitchFamily="18" charset="2"/>
              </a:rPr>
              <a:t>  </a:t>
            </a:r>
            <a:r>
              <a:rPr lang="en-US" altLang="zh-CN" sz="2800" dirty="0">
                <a:latin typeface="Times New Roman" panose="02020503050405090304" pitchFamily="18" charset="0"/>
                <a:ea typeface="宋体" pitchFamily="2" charset="-122"/>
              </a:rPr>
              <a:t>.</a:t>
            </a:r>
            <a:r>
              <a:rPr lang="en-US" altLang="zh-CN" sz="2800" dirty="0">
                <a:ea typeface="宋体" pitchFamily="2" charset="-122"/>
              </a:rPr>
              <a:t>.</a:t>
            </a:r>
            <a:r>
              <a:rPr lang="en-US" altLang="zh-CN" sz="2800" dirty="0">
                <a:ea typeface="宋体" pitchFamily="2" charset="-122"/>
                <a:sym typeface="Symbol" panose="05050102010706020507" pitchFamily="18" charset="2"/>
              </a:rPr>
              <a:t>.  </a:t>
            </a:r>
            <a:r>
              <a:rPr lang="en-US" altLang="zh-CN" sz="2800" i="1" dirty="0" err="1">
                <a:ea typeface="宋体" pitchFamily="2" charset="-122"/>
              </a:rPr>
              <a:t>p</a:t>
            </a:r>
            <a:r>
              <a:rPr lang="en-US" altLang="zh-CN" sz="2800" i="1" baseline="-25000" dirty="0" err="1">
                <a:ea typeface="宋体" pitchFamily="2" charset="-122"/>
              </a:rPr>
              <a:t>n</a:t>
            </a:r>
            <a:br>
              <a:rPr lang="en-US" altLang="zh-CN" sz="2800" dirty="0">
                <a:ea typeface="宋体" pitchFamily="2" charset="-122"/>
              </a:rPr>
            </a:br>
            <a:r>
              <a:rPr lang="zh-CN" altLang="en-US" sz="2800" dirty="0">
                <a:ea typeface="宋体" pitchFamily="2" charset="-122"/>
              </a:rPr>
              <a:t>的真值表</a:t>
            </a:r>
            <a:r>
              <a:rPr lang="en-US" altLang="zh-CN" sz="2800" dirty="0" err="1">
                <a:ea typeface="宋体" pitchFamily="2" charset="-122"/>
              </a:rPr>
              <a:t>将有</a:t>
            </a:r>
            <a:r>
              <a:rPr lang="en-US" altLang="zh-CN" sz="2800" dirty="0">
                <a:ea typeface="宋体" pitchFamily="2" charset="-122"/>
              </a:rPr>
              <a:t> 2</a:t>
            </a:r>
            <a:r>
              <a:rPr lang="en-US" altLang="zh-CN" sz="2800" i="1" baseline="30000" dirty="0">
                <a:ea typeface="宋体" pitchFamily="2" charset="-122"/>
              </a:rPr>
              <a:t>n</a:t>
            </a:r>
            <a:r>
              <a:rPr lang="en-US" altLang="zh-CN" sz="2800" dirty="0">
                <a:ea typeface="宋体" pitchFamily="2" charset="-122"/>
              </a:rPr>
              <a:t> 行。</a:t>
            </a:r>
          </a:p>
          <a:p>
            <a:pPr eaLnBrk="1" hangingPunct="1">
              <a:buFont typeface="Wingdings" panose="05000000000000000000" pitchFamily="2" charset="2"/>
              <a:buNone/>
            </a:pPr>
            <a:endParaRPr lang="en-US" altLang="zh-CN" sz="2800" dirty="0">
              <a:ea typeface="宋体" pitchFamily="2" charset="-122"/>
            </a:endParaRPr>
          </a:p>
          <a:p>
            <a:pPr eaLnBrk="1" hangingPunct="1">
              <a:buFont typeface="Wingdings" panose="05000000000000000000" pitchFamily="2" charset="2"/>
              <a:buNone/>
            </a:pPr>
            <a:endParaRPr lang="en-US" altLang="zh-CN" sz="2800" dirty="0">
              <a:ea typeface="宋体" pitchFamily="2" charset="-122"/>
            </a:endParaRPr>
          </a:p>
          <a:p>
            <a:pPr eaLnBrk="1" hangingPunct="1">
              <a:buFont typeface="Wingdings" panose="05000000000000000000" pitchFamily="2" charset="2"/>
              <a:buNone/>
            </a:pPr>
            <a:endParaRPr lang="en-US" altLang="zh-CN" sz="2800" dirty="0">
              <a:ea typeface="宋体" pitchFamily="2" charset="-122"/>
            </a:endParaRPr>
          </a:p>
          <a:p>
            <a:pPr eaLnBrk="1" hangingPunct="1"/>
            <a:r>
              <a:rPr lang="en-US" altLang="zh-CN" sz="2800" dirty="0">
                <a:solidFill>
                  <a:srgbClr val="000000"/>
                </a:solidFill>
                <a:ea typeface="宋体" pitchFamily="2" charset="-122"/>
              </a:rPr>
              <a:t>另外：</a:t>
            </a:r>
            <a:r>
              <a:rPr lang="en-US" altLang="zh-CN" sz="2800" dirty="0">
                <a:solidFill>
                  <a:srgbClr val="000000"/>
                </a:solidFill>
                <a:latin typeface="Times New Roman" panose="02020503050405090304" pitchFamily="18" charset="0"/>
                <a:ea typeface="宋体" pitchFamily="2" charset="-122"/>
              </a:rPr>
              <a:t>¬ </a:t>
            </a:r>
            <a:r>
              <a:rPr lang="en-US" altLang="zh-CN" sz="2800" dirty="0">
                <a:solidFill>
                  <a:srgbClr val="000000"/>
                </a:solidFill>
                <a:ea typeface="宋体" pitchFamily="2" charset="-122"/>
              </a:rPr>
              <a:t>和 </a:t>
            </a:r>
            <a:r>
              <a:rPr lang="en-US" altLang="zh-CN" sz="2800" dirty="0">
                <a:solidFill>
                  <a:srgbClr val="000000"/>
                </a:solidFill>
                <a:ea typeface="宋体" pitchFamily="2" charset="-122"/>
                <a:sym typeface="Symbol" panose="05050102010706020507" pitchFamily="18" charset="2"/>
              </a:rPr>
              <a:t> </a:t>
            </a:r>
            <a:r>
              <a:rPr lang="en-US" altLang="zh-CN" sz="2800" dirty="0" err="1">
                <a:solidFill>
                  <a:srgbClr val="000000"/>
                </a:solidFill>
                <a:ea typeface="宋体" pitchFamily="2" charset="-122"/>
                <a:sym typeface="Symbol" panose="05050102010706020507" pitchFamily="18" charset="2"/>
              </a:rPr>
              <a:t>一起足以表达任何布尔真值表</a:t>
            </a:r>
            <a:r>
              <a:rPr lang="en-US" altLang="zh-CN" sz="2800" dirty="0">
                <a:solidFill>
                  <a:srgbClr val="000000"/>
                </a:solidFill>
                <a:ea typeface="宋体" pitchFamily="2" charset="-122"/>
                <a:sym typeface="Symbol" panose="05050102010706020507" pitchFamily="18" charset="2"/>
              </a:rPr>
              <a:t>！</a:t>
            </a:r>
            <a:endParaRPr lang="en-US" altLang="zh-CN" sz="2800" dirty="0">
              <a:solidFill>
                <a:srgbClr val="000000"/>
              </a:solidFill>
              <a:ea typeface="宋体" pitchFamily="2" charset="-122"/>
            </a:endParaRPr>
          </a:p>
        </p:txBody>
      </p:sp>
      <p:sp>
        <p:nvSpPr>
          <p:cNvPr id="19460" name="Rectangle 3"/>
          <p:cNvSpPr>
            <a:spLocks noGrp="1" noChangeArrowheads="1"/>
          </p:cNvSpPr>
          <p:nvPr>
            <p:ph type="title" idx="4294967295"/>
          </p:nvPr>
        </p:nvSpPr>
        <p:spPr/>
        <p:txBody>
          <a:bodyPr/>
          <a:lstStyle/>
          <a:p>
            <a:pPr eaLnBrk="1" hangingPunct="1"/>
            <a:r>
              <a:rPr lang="zh-CN" altLang="en-US" dirty="0">
                <a:ea typeface="宋体" pitchFamily="2" charset="-122"/>
              </a:rPr>
              <a:t>合取</a:t>
            </a:r>
            <a:r>
              <a:rPr lang="en-US" altLang="zh-CN" dirty="0" err="1">
                <a:ea typeface="宋体" pitchFamily="2" charset="-122"/>
              </a:rPr>
              <a:t>真值表</a:t>
            </a:r>
            <a:endParaRPr lang="en-US" altLang="zh-CN" dirty="0">
              <a:ea typeface="宋体" pitchFamily="2" charset="-122"/>
            </a:endParaRPr>
          </a:p>
        </p:txBody>
      </p:sp>
      <p:graphicFrame>
        <p:nvGraphicFramePr>
          <p:cNvPr id="19461" name="Object 4"/>
          <p:cNvGraphicFramePr>
            <a:graphicFrameLocks noChangeAspect="1"/>
          </p:cNvGraphicFramePr>
          <p:nvPr/>
        </p:nvGraphicFramePr>
        <p:xfrm>
          <a:off x="4876800" y="2209800"/>
          <a:ext cx="3581400" cy="3146425"/>
        </p:xfrm>
        <a:graphic>
          <a:graphicData uri="http://schemas.openxmlformats.org/presentationml/2006/ole">
            <mc:AlternateContent xmlns:mc="http://schemas.openxmlformats.org/markup-compatibility/2006">
              <mc:Choice xmlns:v="urn:schemas-microsoft-com:vml" Requires="v">
                <p:oleObj r:id="rId3" imgW="2444750" imgH="2148840" progId="Word.Document.8">
                  <p:embed/>
                </p:oleObj>
              </mc:Choice>
              <mc:Fallback>
                <p:oleObj r:id="rId3" imgW="2444750" imgH="214884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209800"/>
                        <a:ext cx="3581400"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2" name="Text Box 5"/>
          <p:cNvSpPr txBox="1">
            <a:spLocks noChangeArrowheads="1"/>
          </p:cNvSpPr>
          <p:nvPr/>
        </p:nvSpPr>
        <p:spPr bwMode="auto">
          <a:xfrm>
            <a:off x="4495800" y="1676400"/>
            <a:ext cx="2341563" cy="4572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400" dirty="0" err="1">
                <a:latin typeface="Times New Roman" panose="02020503050405090304" pitchFamily="18" charset="0"/>
              </a:rPr>
              <a:t>操作数列</a:t>
            </a:r>
            <a:endParaRPr lang="en-US" altLang="zh-CN" sz="2400" dirty="0">
              <a:latin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9677673B-31FB-4AB8-8429-35A87D2C24DF}" type="slidenum">
              <a:rPr lang="en-US" altLang="zh-CN" sz="1200">
                <a:effectLst>
                  <a:outerShdw blurRad="38100" dist="38100" dir="2700000" algn="tl">
                    <a:srgbClr val="C0C0C0"/>
                  </a:outerShdw>
                </a:effectLst>
                <a:latin typeface="Verdana" panose="020B0804030504040204" pitchFamily="34" charset="0"/>
              </a:rPr>
              <a:t>18</a:t>
            </a:fld>
            <a:endParaRPr lang="en-US" altLang="zh-CN" sz="1200">
              <a:effectLst>
                <a:outerShdw blurRad="38100" dist="38100" dir="2700000" algn="tl">
                  <a:srgbClr val="C0C0C0"/>
                </a:outerShdw>
              </a:effectLst>
              <a:latin typeface="Verdana" panose="020B0804030504040204" pitchFamily="34" charset="0"/>
            </a:endParaRPr>
          </a:p>
        </p:txBody>
      </p:sp>
      <p:sp>
        <p:nvSpPr>
          <p:cNvPr id="21507" name="Rectangle 2"/>
          <p:cNvSpPr>
            <a:spLocks noGrp="1" noChangeArrowheads="1"/>
          </p:cNvSpPr>
          <p:nvPr>
            <p:ph type="title" idx="4294967295"/>
          </p:nvPr>
        </p:nvSpPr>
        <p:spPr/>
        <p:txBody>
          <a:bodyPr/>
          <a:lstStyle/>
          <a:p>
            <a:pPr eaLnBrk="1" hangingPunct="1"/>
            <a:r>
              <a:rPr lang="en-US" altLang="zh-CN">
                <a:ea typeface="宋体" pitchFamily="2" charset="-122"/>
              </a:rPr>
              <a:t>析取操作符</a:t>
            </a:r>
          </a:p>
        </p:txBody>
      </p:sp>
      <p:sp>
        <p:nvSpPr>
          <p:cNvPr id="21508"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dirty="0" err="1">
                <a:ea typeface="宋体" pitchFamily="2" charset="-122"/>
              </a:rPr>
              <a:t>二元析取运算符</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a:t>
            </a:r>
            <a:r>
              <a:rPr lang="en-US" altLang="zh-CN" i="1" dirty="0" err="1">
                <a:ea typeface="宋体" pitchFamily="2" charset="-122"/>
                <a:sym typeface="Symbol" panose="05050102010706020507" pitchFamily="18" charset="2"/>
              </a:rPr>
              <a:t>OR</a:t>
            </a:r>
            <a:r>
              <a:rPr lang="en-US" altLang="zh-CN" dirty="0" err="1">
                <a:ea typeface="宋体" pitchFamily="2" charset="-122"/>
                <a:sym typeface="Symbol" panose="05050102010706020507" pitchFamily="18" charset="2"/>
              </a:rPr>
              <a:t>）将两个命题结合起来，形成它们的逻辑析取</a:t>
            </a:r>
            <a:r>
              <a:rPr lang="en-US" altLang="zh-CN" dirty="0">
                <a:ea typeface="宋体" pitchFamily="2" charset="-122"/>
                <a:sym typeface="Symbol" panose="05050102010706020507" pitchFamily="18" charset="2"/>
              </a:rPr>
              <a:t>。</a:t>
            </a:r>
          </a:p>
          <a:p>
            <a:pPr eaLnBrk="1" hangingPunct="1">
              <a:buFont typeface="Wingdings" panose="05000000000000000000" pitchFamily="2" charset="2"/>
              <a:buNone/>
            </a:pPr>
            <a:r>
              <a:rPr lang="en-US" altLang="zh-CN" dirty="0">
                <a:solidFill>
                  <a:srgbClr val="000000"/>
                </a:solidFill>
                <a:ea typeface="宋体" pitchFamily="2" charset="-122"/>
                <a:sym typeface="Symbol" panose="05050102010706020507" pitchFamily="18" charset="2"/>
              </a:rPr>
              <a:t>p=</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zh-CN" altLang="en-US" dirty="0">
                <a:solidFill>
                  <a:srgbClr val="000000"/>
                </a:solidFill>
                <a:latin typeface="Times New Roman" panose="02020503050405090304" pitchFamily="18" charset="0"/>
                <a:ea typeface="宋体" pitchFamily="2" charset="-122"/>
                <a:sym typeface="Symbol" panose="05050102010706020507" pitchFamily="18" charset="2"/>
              </a:rPr>
              <a:t>我的车引擎坏了</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zh-CN" altLang="en-US" dirty="0">
                <a:solidFill>
                  <a:srgbClr val="000000"/>
                </a:solidFill>
                <a:latin typeface="Times New Roman" panose="02020503050405090304" pitchFamily="18" charset="0"/>
                <a:ea typeface="宋体" pitchFamily="2" charset="-122"/>
                <a:sym typeface="Symbol" panose="05050102010706020507" pitchFamily="18" charset="2"/>
              </a:rPr>
              <a:t>。</a:t>
            </a:r>
            <a:endParaRPr lang="en-US" altLang="zh-CN" dirty="0">
              <a:solidFill>
                <a:srgbClr val="000000"/>
              </a:solidFill>
              <a:ea typeface="宋体" pitchFamily="2" charset="-122"/>
              <a:sym typeface="Symbol" panose="05050102010706020507" pitchFamily="18" charset="2"/>
            </a:endParaRPr>
          </a:p>
          <a:p>
            <a:pPr eaLnBrk="1" hangingPunct="1">
              <a:buFont typeface="Wingdings" panose="05000000000000000000" pitchFamily="2" charset="2"/>
              <a:buNone/>
            </a:pPr>
            <a:r>
              <a:rPr lang="en-US" altLang="zh-CN" i="1" dirty="0">
                <a:solidFill>
                  <a:srgbClr val="000000"/>
                </a:solidFill>
                <a:ea typeface="宋体" pitchFamily="2" charset="-122"/>
                <a:sym typeface="Symbol" panose="05050102010706020507" pitchFamily="18" charset="2"/>
              </a:rPr>
              <a:t>q=</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err="1">
                <a:solidFill>
                  <a:srgbClr val="000000"/>
                </a:solidFill>
                <a:ea typeface="宋体" pitchFamily="2" charset="-122"/>
                <a:sym typeface="Symbol" panose="05050102010706020507" pitchFamily="18" charset="2"/>
              </a:rPr>
              <a:t>我的车化油器坏了</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0000"/>
                </a:solidFill>
                <a:ea typeface="宋体" pitchFamily="2" charset="-122"/>
                <a:sym typeface="Symbol" panose="05050102010706020507" pitchFamily="18" charset="2"/>
              </a:rPr>
              <a:t>。</a:t>
            </a:r>
          </a:p>
          <a:p>
            <a:pPr eaLnBrk="1" hangingPunct="1">
              <a:buFont typeface="Wingdings" panose="05000000000000000000" pitchFamily="2" charset="2"/>
              <a:buNone/>
            </a:pPr>
            <a:r>
              <a:rPr lang="en-US" altLang="zh-CN" dirty="0" err="1">
                <a:solidFill>
                  <a:srgbClr val="000000"/>
                </a:solidFill>
                <a:ea typeface="宋体" pitchFamily="2" charset="-122"/>
                <a:sym typeface="Symbol" panose="05050102010706020507" pitchFamily="18" charset="2"/>
              </a:rPr>
              <a:t>pq</a:t>
            </a:r>
            <a:r>
              <a:rPr lang="en-US" altLang="zh-CN" dirty="0">
                <a:solidFill>
                  <a:srgbClr val="000000"/>
                </a:solidFill>
                <a:ea typeface="宋体" pitchFamily="2" charset="-122"/>
                <a:sym typeface="Symbol" panose="05050102010706020507" pitchFamily="18" charset="2"/>
              </a:rPr>
              <a:t>=</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zh-CN" altLang="en-US" dirty="0">
                <a:solidFill>
                  <a:srgbClr val="000000"/>
                </a:solidFill>
                <a:latin typeface="Times New Roman" panose="02020503050405090304" pitchFamily="18" charset="0"/>
                <a:ea typeface="宋体" pitchFamily="2" charset="-122"/>
                <a:sym typeface="Symbol" panose="05050102010706020507" pitchFamily="18" charset="2"/>
              </a:rPr>
              <a:t>我的车引擎坏了</a:t>
            </a:r>
            <a:r>
              <a:rPr lang="en-US" altLang="zh-CN" dirty="0">
                <a:solidFill>
                  <a:srgbClr val="000000"/>
                </a:solidFill>
                <a:ea typeface="宋体" pitchFamily="2" charset="-122"/>
                <a:sym typeface="Symbol" panose="05050102010706020507" pitchFamily="18" charset="2"/>
              </a:rPr>
              <a:t>, </a:t>
            </a:r>
            <a:r>
              <a:rPr lang="zh-CN" altLang="en-US" dirty="0">
                <a:solidFill>
                  <a:srgbClr val="000000"/>
                </a:solidFill>
                <a:ea typeface="宋体" pitchFamily="2" charset="-122"/>
                <a:sym typeface="Symbol" panose="05050102010706020507" pitchFamily="18" charset="2"/>
              </a:rPr>
              <a:t>或者，我的车</a:t>
            </a:r>
            <a:r>
              <a:rPr lang="en-US" altLang="zh-CN" dirty="0" err="1">
                <a:solidFill>
                  <a:srgbClr val="000000"/>
                </a:solidFill>
                <a:ea typeface="宋体" pitchFamily="2" charset="-122"/>
                <a:sym typeface="Symbol" panose="05050102010706020507" pitchFamily="18" charset="2"/>
              </a:rPr>
              <a:t>化油器坏了</a:t>
            </a:r>
            <a:r>
              <a:rPr lang="en-US" altLang="zh-CN" dirty="0">
                <a:solidFill>
                  <a:srgbClr val="00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0000"/>
                </a:solidFill>
                <a:ea typeface="宋体" pitchFamily="2" charset="-122"/>
                <a:sym typeface="Symbol" panose="05050102010706020507" pitchFamily="18" charset="2"/>
              </a:rPr>
              <a:t>。</a:t>
            </a:r>
          </a:p>
        </p:txBody>
      </p:sp>
      <p:sp>
        <p:nvSpPr>
          <p:cNvPr id="21509" name="Text Box 5"/>
          <p:cNvSpPr txBox="1">
            <a:spLocks noChangeArrowheads="1"/>
          </p:cNvSpPr>
          <p:nvPr/>
        </p:nvSpPr>
        <p:spPr bwMode="auto">
          <a:xfrm>
            <a:off x="1279525" y="5867400"/>
            <a:ext cx="3674404" cy="461665"/>
          </a:xfrm>
          <a:prstGeom prst="rect">
            <a:avLst/>
          </a:prstGeom>
          <a:solidFill>
            <a:srgbClr val="FFFF00"/>
          </a:solidFill>
          <a:ln w="38100">
            <a:solidFill>
              <a:srgbClr val="FF0000"/>
            </a:solidFill>
            <a:miter lim="800000"/>
          </a:ln>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400" dirty="0" err="1">
                <a:latin typeface="Times New Roman" panose="02020503050405090304" pitchFamily="18" charset="0"/>
              </a:rPr>
              <a:t>意思就像</a:t>
            </a:r>
            <a:r>
              <a:rPr lang="zh-CN" altLang="en-US" sz="2400" dirty="0">
                <a:latin typeface="Times New Roman" panose="02020503050405090304" pitchFamily="18" charset="0"/>
              </a:rPr>
              <a:t>中文</a:t>
            </a:r>
            <a:r>
              <a:rPr lang="en-US" altLang="zh-CN" sz="2400" dirty="0">
                <a:latin typeface="Times New Roman" panose="02020503050405090304" pitchFamily="18" charset="0"/>
              </a:rPr>
              <a:t>的 "和/或"。</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24E834D0-1F7D-41CE-AFD3-E66F66E1C381}" type="slidenum">
              <a:rPr lang="en-US" altLang="zh-CN" sz="1200">
                <a:effectLst>
                  <a:outerShdw blurRad="38100" dist="38100" dir="2700000" algn="tl">
                    <a:srgbClr val="C0C0C0"/>
                  </a:outerShdw>
                </a:effectLst>
                <a:latin typeface="Verdana" panose="020B0804030504040204" pitchFamily="34" charset="0"/>
              </a:rPr>
              <a:t>19</a:t>
            </a:fld>
            <a:endParaRPr lang="en-US" altLang="zh-CN" sz="1200">
              <a:effectLst>
                <a:outerShdw blurRad="38100" dist="38100" dir="2700000" algn="tl">
                  <a:srgbClr val="C0C0C0"/>
                </a:outerShdw>
              </a:effectLst>
              <a:latin typeface="Verdana" panose="020B0804030504040204" pitchFamily="34" charset="0"/>
            </a:endParaRPr>
          </a:p>
        </p:txBody>
      </p:sp>
      <p:sp>
        <p:nvSpPr>
          <p:cNvPr id="23555" name="Rectangle 2"/>
          <p:cNvSpPr>
            <a:spLocks noGrp="1" noChangeArrowheads="1"/>
          </p:cNvSpPr>
          <p:nvPr>
            <p:ph type="body" idx="4294967295"/>
          </p:nvPr>
        </p:nvSpPr>
        <p:spPr>
          <a:xfrm>
            <a:off x="685800" y="1981200"/>
            <a:ext cx="7772400" cy="4267200"/>
          </a:xfrm>
        </p:spPr>
        <p:txBody>
          <a:bodyPr/>
          <a:lstStyle/>
          <a:p>
            <a:pPr eaLnBrk="1" hangingPunct="1"/>
            <a:r>
              <a:rPr lang="en-US" altLang="zh-CN" dirty="0">
                <a:ea typeface="宋体" pitchFamily="2" charset="-122"/>
              </a:rPr>
              <a:t>请注意，</a:t>
            </a:r>
            <a:r>
              <a:rPr lang="en-US" altLang="zh-CN" i="1" dirty="0" err="1">
                <a:ea typeface="宋体" pitchFamily="2" charset="-122"/>
              </a:rPr>
              <a:t>p</a:t>
            </a:r>
            <a:r>
              <a:rPr lang="en-US" altLang="zh-CN" i="1" dirty="0" err="1">
                <a:ea typeface="宋体" pitchFamily="2" charset="-122"/>
                <a:sym typeface="Symbol" panose="05050102010706020507" pitchFamily="18" charset="2"/>
              </a:rPr>
              <a:t>q </a:t>
            </a:r>
            <a:r>
              <a:rPr lang="en-US" altLang="zh-CN" dirty="0">
                <a:ea typeface="宋体" pitchFamily="2" charset="-122"/>
                <a:sym typeface="Symbol" panose="05050102010706020507" pitchFamily="18" charset="2"/>
              </a:rPr>
              <a:t>表示</a:t>
            </a:r>
            <a:br>
              <a:rPr lang="en-US" altLang="zh-CN" dirty="0">
                <a:ea typeface="宋体" pitchFamily="2" charset="-122"/>
                <a:sym typeface="Symbol" panose="05050102010706020507" pitchFamily="18" charset="2"/>
              </a:rPr>
            </a:br>
            <a:r>
              <a:rPr lang="en-US" altLang="zh-CN" dirty="0">
                <a:ea typeface="宋体" pitchFamily="2" charset="-122"/>
                <a:sym typeface="Symbol" panose="05050102010706020507" pitchFamily="18" charset="2"/>
              </a:rPr>
              <a:t>表示 </a:t>
            </a:r>
            <a:r>
              <a:rPr lang="en-US" altLang="zh-CN" i="1" dirty="0">
                <a:ea typeface="宋体" pitchFamily="2" charset="-122"/>
                <a:sym typeface="Symbol" panose="05050102010706020507" pitchFamily="18" charset="2"/>
              </a:rPr>
              <a:t>p </a:t>
            </a:r>
            <a:r>
              <a:rPr lang="en-US" altLang="zh-CN" dirty="0">
                <a:ea typeface="宋体" pitchFamily="2" charset="-122"/>
                <a:sym typeface="Symbol" panose="05050102010706020507" pitchFamily="18" charset="2"/>
              </a:rPr>
              <a:t>为真，或 </a:t>
            </a:r>
            <a:r>
              <a:rPr lang="en-US" altLang="zh-CN" i="1" dirty="0">
                <a:ea typeface="宋体" pitchFamily="2" charset="-122"/>
                <a:sym typeface="Symbol" panose="05050102010706020507" pitchFamily="18" charset="2"/>
              </a:rPr>
              <a:t>q</a:t>
            </a:r>
            <a:br>
              <a:rPr lang="en-US" altLang="zh-CN" dirty="0">
                <a:ea typeface="宋体" pitchFamily="2" charset="-122"/>
                <a:sym typeface="Symbol" panose="05050102010706020507" pitchFamily="18" charset="2"/>
              </a:rPr>
            </a:br>
            <a:r>
              <a:rPr lang="en-US" altLang="zh-CN" dirty="0">
                <a:ea typeface="宋体" pitchFamily="2" charset="-122"/>
                <a:sym typeface="Symbol" panose="05050102010706020507" pitchFamily="18" charset="2"/>
              </a:rPr>
              <a:t>为真，</a:t>
            </a:r>
            <a:r>
              <a:rPr lang="en-US" altLang="zh-CN" b="1" dirty="0">
                <a:ea typeface="宋体" pitchFamily="2" charset="-122"/>
                <a:sym typeface="Symbol" panose="05050102010706020507" pitchFamily="18" charset="2"/>
              </a:rPr>
              <a:t>或两者都</a:t>
            </a:r>
            <a:r>
              <a:rPr lang="en-US" altLang="zh-CN" dirty="0">
                <a:ea typeface="宋体" pitchFamily="2" charset="-122"/>
                <a:sym typeface="Symbol" panose="05050102010706020507" pitchFamily="18" charset="2"/>
              </a:rPr>
              <a:t>为真！</a:t>
            </a:r>
          </a:p>
          <a:p>
            <a:pPr eaLnBrk="1" hangingPunct="1"/>
            <a:r>
              <a:rPr lang="en-US" altLang="zh-CN" dirty="0">
                <a:solidFill>
                  <a:srgbClr val="000000"/>
                </a:solidFill>
                <a:ea typeface="宋体" pitchFamily="2" charset="-122"/>
                <a:sym typeface="Symbol" panose="05050102010706020507" pitchFamily="18" charset="2"/>
              </a:rPr>
              <a:t>因此，这种操作</a:t>
            </a:r>
            <a:br>
              <a:rPr lang="en-US" altLang="zh-CN" dirty="0">
                <a:solidFill>
                  <a:srgbClr val="000000"/>
                </a:solidFill>
                <a:ea typeface="宋体" pitchFamily="2" charset="-122"/>
                <a:sym typeface="Symbol" panose="05050102010706020507" pitchFamily="18" charset="2"/>
              </a:rPr>
            </a:br>
            <a:r>
              <a:rPr lang="en-US" altLang="zh-CN" dirty="0">
                <a:solidFill>
                  <a:srgbClr val="000000"/>
                </a:solidFill>
                <a:ea typeface="宋体" pitchFamily="2" charset="-122"/>
                <a:sym typeface="Symbol" panose="05050102010706020507" pitchFamily="18" charset="2"/>
              </a:rPr>
              <a:t>也叫</a:t>
            </a:r>
            <a:r>
              <a:rPr lang="en-US" altLang="zh-CN" i="1" dirty="0">
                <a:solidFill>
                  <a:srgbClr val="000000"/>
                </a:solidFill>
                <a:ea typeface="宋体" pitchFamily="2" charset="-122"/>
                <a:sym typeface="Symbol" panose="05050102010706020507" pitchFamily="18" charset="2"/>
              </a:rPr>
              <a:t>包容或、</a:t>
            </a:r>
            <a:br>
              <a:rPr lang="en-US" altLang="zh-CN" dirty="0">
                <a:solidFill>
                  <a:srgbClr val="000000"/>
                </a:solidFill>
                <a:ea typeface="宋体" pitchFamily="2" charset="-122"/>
                <a:sym typeface="Symbol" panose="05050102010706020507" pitchFamily="18" charset="2"/>
              </a:rPr>
            </a:br>
            <a:r>
              <a:rPr lang="en-US" altLang="zh-CN" dirty="0">
                <a:solidFill>
                  <a:srgbClr val="000000"/>
                </a:solidFill>
                <a:ea typeface="宋体" pitchFamily="2" charset="-122"/>
                <a:sym typeface="Symbol" panose="05050102010706020507" pitchFamily="18" charset="2"/>
              </a:rPr>
              <a:t>因为它</a:t>
            </a:r>
            <a:r>
              <a:rPr lang="en-US" altLang="zh-CN" b="1" dirty="0">
                <a:solidFill>
                  <a:srgbClr val="000000"/>
                </a:solidFill>
                <a:ea typeface="宋体" pitchFamily="2" charset="-122"/>
                <a:sym typeface="Symbol" panose="05050102010706020507" pitchFamily="18" charset="2"/>
              </a:rPr>
              <a:t>包含了</a:t>
            </a:r>
            <a:br>
              <a:rPr lang="en-US" altLang="zh-CN" dirty="0">
                <a:solidFill>
                  <a:srgbClr val="000000"/>
                </a:solidFill>
                <a:ea typeface="宋体" pitchFamily="2" charset="-122"/>
                <a:sym typeface="Symbol" panose="05050102010706020507" pitchFamily="18" charset="2"/>
              </a:rPr>
            </a:br>
            <a:r>
              <a:rPr lang="en-US" altLang="zh-CN" i="1" dirty="0">
                <a:solidFill>
                  <a:srgbClr val="000000"/>
                </a:solidFill>
                <a:ea typeface="宋体" pitchFamily="2" charset="-122"/>
                <a:sym typeface="Symbol" panose="05050102010706020507" pitchFamily="18" charset="2"/>
              </a:rPr>
              <a:t>p </a:t>
            </a:r>
            <a:r>
              <a:rPr lang="en-US" altLang="zh-CN" dirty="0">
                <a:solidFill>
                  <a:srgbClr val="000000"/>
                </a:solidFill>
                <a:ea typeface="宋体" pitchFamily="2" charset="-122"/>
                <a:sym typeface="Symbol" panose="05050102010706020507" pitchFamily="18" charset="2"/>
              </a:rPr>
              <a:t>和 </a:t>
            </a:r>
            <a:r>
              <a:rPr lang="en-US" altLang="zh-CN" i="1" dirty="0">
                <a:solidFill>
                  <a:srgbClr val="000000"/>
                </a:solidFill>
                <a:ea typeface="宋体" pitchFamily="2" charset="-122"/>
                <a:sym typeface="Symbol" panose="05050102010706020507" pitchFamily="18" charset="2"/>
              </a:rPr>
              <a:t>q </a:t>
            </a:r>
            <a:r>
              <a:rPr lang="en-US" altLang="zh-CN" dirty="0">
                <a:solidFill>
                  <a:srgbClr val="000000"/>
                </a:solidFill>
                <a:ea typeface="宋体" pitchFamily="2" charset="-122"/>
                <a:sym typeface="Symbol" panose="05050102010706020507" pitchFamily="18" charset="2"/>
              </a:rPr>
              <a:t>都为真的可能性。</a:t>
            </a:r>
          </a:p>
          <a:p>
            <a:pPr eaLnBrk="1" hangingPunct="1"/>
            <a:r>
              <a:rPr lang="en-US" altLang="zh-CN" dirty="0">
                <a:latin typeface="Times New Roman" panose="02020503050405090304" pitchFamily="18" charset="0"/>
                <a:ea typeface="宋体" pitchFamily="2" charset="-122"/>
              </a:rPr>
              <a:t>¬</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和</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放在一起也是通用的。</a:t>
            </a:r>
          </a:p>
        </p:txBody>
      </p:sp>
      <p:sp>
        <p:nvSpPr>
          <p:cNvPr id="23556" name="Rectangle 3"/>
          <p:cNvSpPr>
            <a:spLocks noGrp="1" noChangeArrowheads="1"/>
          </p:cNvSpPr>
          <p:nvPr>
            <p:ph type="title" idx="4294967295"/>
          </p:nvPr>
        </p:nvSpPr>
        <p:spPr/>
        <p:txBody>
          <a:bodyPr/>
          <a:lstStyle/>
          <a:p>
            <a:pPr eaLnBrk="1" hangingPunct="1"/>
            <a:r>
              <a:rPr lang="en-US" altLang="zh-CN">
                <a:ea typeface="宋体" pitchFamily="2" charset="-122"/>
              </a:rPr>
              <a:t>析取真值表</a:t>
            </a:r>
          </a:p>
        </p:txBody>
      </p:sp>
      <p:graphicFrame>
        <p:nvGraphicFramePr>
          <p:cNvPr id="23557" name="Object 4"/>
          <p:cNvGraphicFramePr>
            <a:graphicFrameLocks noChangeAspect="1"/>
          </p:cNvGraphicFramePr>
          <p:nvPr/>
        </p:nvGraphicFramePr>
        <p:xfrm>
          <a:off x="5483225" y="2214563"/>
          <a:ext cx="2908300" cy="2830512"/>
        </p:xfrm>
        <a:graphic>
          <a:graphicData uri="http://schemas.openxmlformats.org/presentationml/2006/ole">
            <mc:AlternateContent xmlns:mc="http://schemas.openxmlformats.org/markup-compatibility/2006">
              <mc:Choice xmlns:v="urn:schemas-microsoft-com:vml" Requires="v">
                <p:oleObj r:id="rId2" imgW="2910840" imgH="2843530" progId="Word.Document.8">
                  <p:embed/>
                </p:oleObj>
              </mc:Choice>
              <mc:Fallback>
                <p:oleObj r:id="rId2" imgW="2910840" imgH="2843530"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25" y="2214563"/>
                        <a:ext cx="2908300" cy="283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58" name="AutoShape 5"/>
          <p:cNvSpPr/>
          <p:nvPr/>
        </p:nvSpPr>
        <p:spPr bwMode="auto">
          <a:xfrm>
            <a:off x="7239000" y="3352800"/>
            <a:ext cx="304800" cy="990600"/>
          </a:xfrm>
          <a:prstGeom prst="rightBrace">
            <a:avLst>
              <a:gd name="adj1" fmla="val 2703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23559" name="Text Box 6"/>
          <p:cNvSpPr txBox="1">
            <a:spLocks noChangeArrowheads="1"/>
          </p:cNvSpPr>
          <p:nvPr/>
        </p:nvSpPr>
        <p:spPr bwMode="auto">
          <a:xfrm>
            <a:off x="7543800" y="3200400"/>
            <a:ext cx="1107996" cy="120032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zh-CN" altLang="en-US" sz="2400" dirty="0">
                <a:latin typeface="Times New Roman" panose="02020503050405090304" pitchFamily="18" charset="0"/>
              </a:rPr>
              <a:t>注意与</a:t>
            </a:r>
            <a:br>
              <a:rPr lang="en-US" altLang="zh-CN" sz="2400" dirty="0">
                <a:latin typeface="Times New Roman" panose="02020503050405090304" pitchFamily="18" charset="0"/>
              </a:rPr>
            </a:br>
            <a:r>
              <a:rPr lang="zh-CN" altLang="en-US" sz="2400" dirty="0">
                <a:latin typeface="Times New Roman" panose="02020503050405090304" pitchFamily="18" charset="0"/>
              </a:rPr>
              <a:t>合取</a:t>
            </a:r>
            <a:br>
              <a:rPr lang="en-US" altLang="zh-CN" sz="2400" dirty="0">
                <a:latin typeface="Times New Roman" panose="02020503050405090304" pitchFamily="18" charset="0"/>
              </a:rPr>
            </a:br>
            <a:r>
              <a:rPr lang="zh-CN" altLang="en-US" sz="2400" dirty="0">
                <a:latin typeface="Times New Roman" panose="02020503050405090304" pitchFamily="18" charset="0"/>
              </a:rPr>
              <a:t>的区别</a:t>
            </a:r>
            <a:endParaRPr lang="en-US" altLang="zh-CN" sz="2400" dirty="0">
              <a:latin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272999D6-A21B-46E9-A01E-D20513242FD1}" type="slidenum">
              <a:rPr lang="en-US" altLang="zh-CN" sz="1200">
                <a:effectLst>
                  <a:outerShdw blurRad="38100" dist="38100" dir="2700000" algn="tl">
                    <a:srgbClr val="C0C0C0"/>
                  </a:outerShdw>
                </a:effectLst>
                <a:latin typeface="Verdana" panose="020B0804030504040204" pitchFamily="34" charset="0"/>
              </a:rPr>
              <a:t>20</a:t>
            </a:fld>
            <a:endParaRPr lang="en-US" altLang="zh-CN" sz="1200">
              <a:effectLst>
                <a:outerShdw blurRad="38100" dist="38100" dir="2700000" algn="tl">
                  <a:srgbClr val="C0C0C0"/>
                </a:outerShdw>
              </a:effectLst>
              <a:latin typeface="Verdana" panose="020B0804030504040204" pitchFamily="34" charset="0"/>
            </a:endParaRPr>
          </a:p>
        </p:txBody>
      </p:sp>
      <p:sp>
        <p:nvSpPr>
          <p:cNvPr id="24579" name="Rectangle 2"/>
          <p:cNvSpPr>
            <a:spLocks noGrp="1" noChangeArrowheads="1"/>
          </p:cNvSpPr>
          <p:nvPr>
            <p:ph type="title" idx="4294967295"/>
          </p:nvPr>
        </p:nvSpPr>
        <p:spPr/>
        <p:txBody>
          <a:bodyPr/>
          <a:lstStyle/>
          <a:p>
            <a:pPr eaLnBrk="1" hangingPunct="1"/>
            <a:r>
              <a:rPr lang="zh-CN" altLang="en-US" dirty="0">
                <a:ea typeface="宋体" pitchFamily="2" charset="-122"/>
              </a:rPr>
              <a:t>异或运算符</a:t>
            </a:r>
            <a:endParaRPr lang="en-US" altLang="zh-CN" dirty="0">
              <a:ea typeface="宋体" pitchFamily="2" charset="-122"/>
            </a:endParaRPr>
          </a:p>
        </p:txBody>
      </p:sp>
      <p:sp>
        <p:nvSpPr>
          <p:cNvPr id="24580" name="Rectangle 3"/>
          <p:cNvSpPr>
            <a:spLocks noGrp="1" noChangeArrowheads="1"/>
          </p:cNvSpPr>
          <p:nvPr>
            <p:ph type="body" idx="4294967295"/>
          </p:nvPr>
        </p:nvSpPr>
        <p:spPr/>
        <p:txBody>
          <a:bodyPr/>
          <a:lstStyle/>
          <a:p>
            <a:pPr eaLnBrk="1" hangingPunct="1">
              <a:buFont typeface="Wingdings" panose="05000000000000000000" pitchFamily="2" charset="2"/>
              <a:buNone/>
              <a:defRPr/>
            </a:pPr>
            <a:r>
              <a:rPr lang="en-US" altLang="zh-CN" dirty="0" err="1">
                <a:ea typeface="宋体" pitchFamily="2" charset="-122"/>
              </a:rPr>
              <a:t>二进制</a:t>
            </a:r>
            <a:r>
              <a:rPr lang="zh-CN" altLang="en-US" dirty="0">
                <a:ea typeface="宋体" pitchFamily="2" charset="-122"/>
              </a:rPr>
              <a:t>异或运算符</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a:t>
            </a:r>
            <a:r>
              <a:rPr lang="en-US" altLang="zh-CN" i="1" dirty="0" err="1">
                <a:ea typeface="宋体" pitchFamily="2" charset="-122"/>
                <a:sym typeface="Symbol" panose="05050102010706020507" pitchFamily="18" charset="2"/>
              </a:rPr>
              <a:t>XOR</a:t>
            </a:r>
            <a:r>
              <a:rPr lang="en-US" altLang="zh-CN" dirty="0" err="1">
                <a:ea typeface="宋体" pitchFamily="2" charset="-122"/>
                <a:sym typeface="Symbol" panose="05050102010706020507" pitchFamily="18" charset="2"/>
              </a:rPr>
              <a:t>）将两个命题结合起来，形成逻辑上的</a:t>
            </a:r>
            <a:r>
              <a:rPr lang="en-US" altLang="zh-CN" dirty="0">
                <a:latin typeface="Times New Roman" panose="02020503050405090304" pitchFamily="18" charset="0"/>
                <a:ea typeface="宋体" pitchFamily="2" charset="-122"/>
                <a:sym typeface="Symbol" panose="05050102010706020507" pitchFamily="18" charset="2"/>
              </a:rPr>
              <a:t> “</a:t>
            </a:r>
            <a:r>
              <a:rPr lang="zh-CN" altLang="en-US" dirty="0">
                <a:latin typeface="Times New Roman" panose="02020503050405090304" pitchFamily="18" charset="0"/>
                <a:ea typeface="宋体" pitchFamily="2" charset="-122"/>
                <a:sym typeface="Symbol" panose="05050102010706020507" pitchFamily="18" charset="2"/>
              </a:rPr>
              <a:t>异或</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a:t>
            </a:r>
            <a:endParaRPr lang="en-US" altLang="zh-CN" i="1" dirty="0">
              <a:ea typeface="宋体" pitchFamily="2" charset="-122"/>
            </a:endParaRPr>
          </a:p>
          <a:p>
            <a:pPr eaLnBrk="1" hangingPunct="1">
              <a:buFont typeface="Wingdings" panose="05000000000000000000" pitchFamily="2" charset="2"/>
              <a:buNone/>
              <a:defRPr/>
            </a:pPr>
            <a:r>
              <a:rPr lang="en-US" altLang="zh-CN" i="1" dirty="0">
                <a:solidFill>
                  <a:srgbClr val="000000"/>
                </a:solidFill>
                <a:ea typeface="宋体" pitchFamily="2" charset="-122"/>
              </a:rPr>
              <a:t>p </a:t>
            </a:r>
            <a:r>
              <a:rPr lang="en-US" altLang="zh-CN" dirty="0">
                <a:solidFill>
                  <a:srgbClr val="000000"/>
                </a:solidFill>
                <a:ea typeface="宋体" pitchFamily="2" charset="-122"/>
              </a:rPr>
              <a:t>= </a:t>
            </a:r>
            <a:r>
              <a:rPr lang="en-US" altLang="zh-CN" dirty="0">
                <a:solidFill>
                  <a:srgbClr val="000000"/>
                </a:solidFill>
                <a:latin typeface="Times New Roman" panose="02020503050405090304" pitchFamily="18" charset="0"/>
                <a:ea typeface="宋体" pitchFamily="2" charset="-122"/>
              </a:rPr>
              <a:t>"</a:t>
            </a:r>
            <a:r>
              <a:rPr lang="en-US" altLang="zh-CN" dirty="0">
                <a:solidFill>
                  <a:srgbClr val="000000"/>
                </a:solidFill>
                <a:ea typeface="宋体" pitchFamily="2" charset="-122"/>
              </a:rPr>
              <a:t>我将在本课程中获得 A</a:t>
            </a:r>
            <a:r>
              <a:rPr lang="en-US" altLang="zh-CN" dirty="0">
                <a:solidFill>
                  <a:srgbClr val="000000"/>
                </a:solidFill>
                <a:latin typeface="Times New Roman" panose="02020503050405090304" pitchFamily="18" charset="0"/>
                <a:ea typeface="宋体" pitchFamily="2" charset="-122"/>
              </a:rPr>
              <a:t>"</a:t>
            </a:r>
            <a:r>
              <a:rPr lang="en-US" altLang="zh-CN" dirty="0">
                <a:solidFill>
                  <a:srgbClr val="000000"/>
                </a:solidFill>
                <a:ea typeface="宋体" pitchFamily="2" charset="-122"/>
              </a:rPr>
              <a:t>。</a:t>
            </a:r>
          </a:p>
          <a:p>
            <a:pPr eaLnBrk="1" hangingPunct="1">
              <a:buFont typeface="Wingdings" panose="05000000000000000000" pitchFamily="2" charset="2"/>
              <a:buNone/>
              <a:defRPr/>
            </a:pPr>
            <a:r>
              <a:rPr lang="en-US" altLang="zh-CN" i="1" dirty="0">
                <a:solidFill>
                  <a:srgbClr val="000000"/>
                </a:solidFill>
                <a:ea typeface="宋体" pitchFamily="2" charset="-122"/>
              </a:rPr>
              <a:t>q </a:t>
            </a:r>
            <a:r>
              <a:rPr lang="en-US" altLang="zh-CN" dirty="0">
                <a:solidFill>
                  <a:srgbClr val="000000"/>
                </a:solidFill>
                <a:ea typeface="宋体" pitchFamily="2" charset="-122"/>
              </a:rPr>
              <a:t>= </a:t>
            </a:r>
            <a:r>
              <a:rPr lang="en-US" altLang="zh-CN" dirty="0">
                <a:solidFill>
                  <a:srgbClr val="000000"/>
                </a:solidFill>
                <a:latin typeface="Times New Roman" panose="02020503050405090304" pitchFamily="18" charset="0"/>
                <a:ea typeface="宋体" pitchFamily="2" charset="-122"/>
              </a:rPr>
              <a:t>"</a:t>
            </a:r>
            <a:r>
              <a:rPr lang="en-US" altLang="zh-CN" dirty="0">
                <a:solidFill>
                  <a:srgbClr val="000000"/>
                </a:solidFill>
                <a:ea typeface="宋体" pitchFamily="2" charset="-122"/>
              </a:rPr>
              <a:t>我将放弃这门课程</a:t>
            </a:r>
            <a:r>
              <a:rPr lang="en-US" altLang="zh-CN" dirty="0">
                <a:solidFill>
                  <a:srgbClr val="000000"/>
                </a:solidFill>
                <a:latin typeface="Times New Roman" panose="02020503050405090304" pitchFamily="18" charset="0"/>
                <a:ea typeface="宋体" pitchFamily="2" charset="-122"/>
              </a:rPr>
              <a:t>"</a:t>
            </a:r>
            <a:r>
              <a:rPr lang="en-US" altLang="zh-CN" dirty="0">
                <a:solidFill>
                  <a:srgbClr val="000000"/>
                </a:solidFill>
                <a:ea typeface="宋体" pitchFamily="2" charset="-122"/>
              </a:rPr>
              <a:t>。</a:t>
            </a:r>
            <a:endParaRPr lang="en-US" altLang="zh-CN" i="1" dirty="0">
              <a:solidFill>
                <a:srgbClr val="000000"/>
              </a:solidFill>
              <a:ea typeface="宋体" pitchFamily="2" charset="-122"/>
            </a:endParaRPr>
          </a:p>
          <a:p>
            <a:pPr eaLnBrk="1" hangingPunct="1">
              <a:buFont typeface="Wingdings" panose="05000000000000000000" pitchFamily="2" charset="2"/>
              <a:buNone/>
              <a:defRPr/>
            </a:pPr>
            <a:r>
              <a:rPr lang="en-US" altLang="zh-CN" i="1" dirty="0">
                <a:solidFill>
                  <a:srgbClr val="000000"/>
                </a:solidFill>
                <a:ea typeface="宋体" pitchFamily="2" charset="-122"/>
              </a:rPr>
              <a:t>p </a:t>
            </a:r>
            <a:r>
              <a:rPr lang="en-US" altLang="zh-CN" dirty="0">
                <a:solidFill>
                  <a:srgbClr val="000000"/>
                </a:solidFill>
                <a:ea typeface="宋体" pitchFamily="2" charset="-122"/>
                <a:sym typeface="Symbol" panose="05050102010706020507" pitchFamily="18" charset="2"/>
              </a:rPr>
              <a:t> </a:t>
            </a:r>
            <a:r>
              <a:rPr lang="en-US" altLang="zh-CN" i="1" dirty="0">
                <a:solidFill>
                  <a:srgbClr val="000000"/>
                </a:solidFill>
                <a:ea typeface="宋体" pitchFamily="2" charset="-122"/>
                <a:sym typeface="Symbol" panose="05050102010706020507" pitchFamily="18" charset="2"/>
              </a:rPr>
              <a:t>q </a:t>
            </a:r>
            <a:r>
              <a:rPr lang="en-US" altLang="zh-CN" dirty="0">
                <a:solidFill>
                  <a:srgbClr val="000000"/>
                </a:solidFill>
                <a:ea typeface="宋体" pitchFamily="2" charset="-122"/>
              </a:rPr>
              <a:t>= </a:t>
            </a:r>
            <a:r>
              <a:rPr lang="en-US" altLang="zh-CN" dirty="0">
                <a:solidFill>
                  <a:srgbClr val="000000"/>
                </a:solidFill>
                <a:latin typeface="Times New Roman" panose="02020503050405090304" pitchFamily="18" charset="0"/>
                <a:ea typeface="宋体" pitchFamily="2" charset="-122"/>
              </a:rPr>
              <a:t>“</a:t>
            </a:r>
            <a:r>
              <a:rPr lang="en-US" altLang="zh-CN" dirty="0" err="1">
                <a:solidFill>
                  <a:srgbClr val="000000"/>
                </a:solidFill>
                <a:ea typeface="宋体" pitchFamily="2" charset="-122"/>
              </a:rPr>
              <a:t>我要么在这门课上得</a:t>
            </a:r>
            <a:r>
              <a:rPr lang="en-US" altLang="zh-CN" dirty="0">
                <a:solidFill>
                  <a:srgbClr val="000000"/>
                </a:solidFill>
                <a:ea typeface="宋体" pitchFamily="2" charset="-122"/>
              </a:rPr>
              <a:t> </a:t>
            </a:r>
            <a:r>
              <a:rPr lang="en-US" altLang="zh-CN" dirty="0" err="1">
                <a:solidFill>
                  <a:srgbClr val="000000"/>
                </a:solidFill>
                <a:ea typeface="宋体" pitchFamily="2" charset="-122"/>
              </a:rPr>
              <a:t>A，要么放弃这门课（</a:t>
            </a:r>
            <a:r>
              <a:rPr lang="en-US" altLang="zh-CN" dirty="0" err="1">
                <a:solidFill>
                  <a:srgbClr val="000000"/>
                </a:solidFill>
                <a:highlight>
                  <a:srgbClr val="FFFF00"/>
                </a:highlight>
                <a:ea typeface="宋体" pitchFamily="2" charset="-122"/>
              </a:rPr>
              <a:t>但不能两者兼得</a:t>
            </a:r>
            <a:r>
              <a:rPr lang="en-US" altLang="zh-CN" dirty="0">
                <a:solidFill>
                  <a:srgbClr val="000000"/>
                </a:solidFill>
                <a:ea typeface="宋体" pitchFamily="2" charset="-122"/>
              </a:rPr>
              <a:t>！</a:t>
            </a:r>
            <a:r>
              <a:rPr lang="zh-CN" altLang="en-US" dirty="0">
                <a:solidFill>
                  <a:srgbClr val="000000"/>
                </a:solidFill>
                <a:ea typeface="宋体" pitchFamily="2" charset="-122"/>
              </a:rPr>
              <a:t>）</a:t>
            </a:r>
            <a:r>
              <a:rPr lang="en-US" altLang="zh-CN" dirty="0">
                <a:solidFill>
                  <a:srgbClr val="000000"/>
                </a:solidFill>
                <a:latin typeface="Times New Roman" panose="02020503050405090304" pitchFamily="18" charset="0"/>
                <a:ea typeface="宋体" pitchFamily="2" charset="-122"/>
              </a:rPr>
              <a:t>"</a:t>
            </a:r>
            <a:endParaRPr lang="en-US" altLang="zh-CN" dirty="0">
              <a:solidFill>
                <a:srgbClr val="000000"/>
              </a:solidFill>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EDEF5D9C-5530-4737-A813-289B3F3C7F3F}" type="slidenum">
              <a:rPr lang="en-US" altLang="zh-CN" sz="1200">
                <a:effectLst>
                  <a:outerShdw blurRad="38100" dist="38100" dir="2700000" algn="tl">
                    <a:srgbClr val="C0C0C0"/>
                  </a:outerShdw>
                </a:effectLst>
                <a:latin typeface="Verdana" panose="020B0804030504040204" pitchFamily="34" charset="0"/>
              </a:rPr>
              <a:t>21</a:t>
            </a:fld>
            <a:endParaRPr lang="en-US" altLang="zh-CN" sz="1200">
              <a:effectLst>
                <a:outerShdw blurRad="38100" dist="38100" dir="2700000" algn="tl">
                  <a:srgbClr val="C0C0C0"/>
                </a:outerShdw>
              </a:effectLst>
              <a:latin typeface="Verdana" panose="020B0804030504040204" pitchFamily="34" charset="0"/>
            </a:endParaRPr>
          </a:p>
        </p:txBody>
      </p:sp>
      <p:sp>
        <p:nvSpPr>
          <p:cNvPr id="25603" name="Rectangle 2"/>
          <p:cNvSpPr>
            <a:spLocks noGrp="1" noChangeArrowheads="1"/>
          </p:cNvSpPr>
          <p:nvPr>
            <p:ph type="body" idx="4294967295"/>
          </p:nvPr>
        </p:nvSpPr>
        <p:spPr>
          <a:xfrm>
            <a:off x="685800" y="1981200"/>
            <a:ext cx="7772298" cy="4267200"/>
          </a:xfrm>
        </p:spPr>
        <p:txBody>
          <a:bodyPr/>
          <a:lstStyle/>
          <a:p>
            <a:pPr eaLnBrk="1" hangingPunct="1"/>
            <a:r>
              <a:rPr lang="en-US" altLang="zh-CN" dirty="0" err="1">
                <a:ea typeface="宋体" pitchFamily="2" charset="-122"/>
              </a:rPr>
              <a:t>请注意，</a:t>
            </a:r>
            <a:r>
              <a:rPr lang="en-US" altLang="zh-CN" i="1" dirty="0" err="1">
                <a:ea typeface="宋体" pitchFamily="2" charset="-122"/>
              </a:rPr>
              <a:t>p</a:t>
            </a:r>
            <a:r>
              <a:rPr lang="en-US" altLang="zh-CN" dirty="0" err="1">
                <a:ea typeface="宋体" pitchFamily="2" charset="-122"/>
                <a:sym typeface="Symbol" panose="05050102010706020507" pitchFamily="18" charset="2"/>
              </a:rPr>
              <a:t>q</a:t>
            </a:r>
            <a:r>
              <a:rPr lang="en-US" altLang="zh-CN" dirty="0">
                <a:ea typeface="宋体" pitchFamily="2" charset="-122"/>
                <a:sym typeface="Symbol" panose="05050102010706020507" pitchFamily="18" charset="2"/>
              </a:rPr>
              <a:t> </a:t>
            </a:r>
            <a:r>
              <a:rPr lang="en-US" altLang="zh-CN" dirty="0" err="1">
                <a:ea typeface="宋体" pitchFamily="2" charset="-122"/>
                <a:sym typeface="Symbol" panose="05050102010706020507" pitchFamily="18" charset="2"/>
              </a:rPr>
              <a:t>表示</a:t>
            </a:r>
            <a:br>
              <a:rPr lang="en-US" altLang="zh-CN" dirty="0">
                <a:ea typeface="宋体" pitchFamily="2" charset="-122"/>
                <a:sym typeface="Symbol" panose="05050102010706020507" pitchFamily="18" charset="2"/>
              </a:rPr>
            </a:br>
            <a:r>
              <a:rPr lang="en-US" altLang="zh-CN" dirty="0" err="1">
                <a:ea typeface="宋体" pitchFamily="2" charset="-122"/>
                <a:sym typeface="Symbol" panose="05050102010706020507" pitchFamily="18" charset="2"/>
              </a:rPr>
              <a:t>表示</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p </a:t>
            </a:r>
            <a:r>
              <a:rPr lang="en-US" altLang="zh-CN" dirty="0" err="1">
                <a:ea typeface="宋体" pitchFamily="2" charset="-122"/>
                <a:sym typeface="Symbol" panose="05050102010706020507" pitchFamily="18" charset="2"/>
              </a:rPr>
              <a:t>为真，或</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q</a:t>
            </a:r>
            <a:br>
              <a:rPr lang="en-US" altLang="zh-CN" dirty="0">
                <a:ea typeface="宋体" pitchFamily="2" charset="-122"/>
                <a:sym typeface="Symbol" panose="05050102010706020507" pitchFamily="18" charset="2"/>
              </a:rPr>
            </a:br>
            <a:r>
              <a:rPr lang="en-US" altLang="zh-CN" dirty="0" err="1">
                <a:ea typeface="宋体" pitchFamily="2" charset="-122"/>
                <a:sym typeface="Symbol" panose="05050102010706020507" pitchFamily="18" charset="2"/>
              </a:rPr>
              <a:t>为真，但</a:t>
            </a:r>
            <a:r>
              <a:rPr lang="en-US" altLang="zh-CN" b="1" dirty="0" err="1">
                <a:ea typeface="宋体" pitchFamily="2" charset="-122"/>
                <a:sym typeface="Symbol" panose="05050102010706020507" pitchFamily="18" charset="2"/>
              </a:rPr>
              <a:t>不能同时为</a:t>
            </a:r>
            <a:r>
              <a:rPr lang="en-US" altLang="zh-CN" dirty="0" err="1">
                <a:ea typeface="宋体" pitchFamily="2" charset="-122"/>
                <a:sym typeface="Symbol" panose="05050102010706020507" pitchFamily="18" charset="2"/>
              </a:rPr>
              <a:t>真</a:t>
            </a:r>
            <a:r>
              <a:rPr lang="en-US" altLang="zh-CN" dirty="0">
                <a:ea typeface="宋体" pitchFamily="2" charset="-122"/>
                <a:sym typeface="Symbol" panose="05050102010706020507" pitchFamily="18" charset="2"/>
              </a:rPr>
              <a:t>！</a:t>
            </a:r>
          </a:p>
          <a:p>
            <a:pPr eaLnBrk="1" hangingPunct="1"/>
            <a:r>
              <a:rPr lang="en-US" altLang="zh-CN" dirty="0" err="1">
                <a:solidFill>
                  <a:srgbClr val="000000"/>
                </a:solidFill>
                <a:ea typeface="宋体" pitchFamily="2" charset="-122"/>
                <a:sym typeface="Symbol" panose="05050102010706020507" pitchFamily="18" charset="2"/>
              </a:rPr>
              <a:t>这种操作称为</a:t>
            </a:r>
            <a:br>
              <a:rPr lang="en-US" altLang="zh-CN" dirty="0">
                <a:solidFill>
                  <a:srgbClr val="000000"/>
                </a:solidFill>
                <a:ea typeface="宋体" pitchFamily="2" charset="-122"/>
                <a:sym typeface="Symbol" panose="05050102010706020507" pitchFamily="18" charset="2"/>
              </a:rPr>
            </a:br>
            <a:r>
              <a:rPr lang="en-US" altLang="zh-CN" dirty="0" err="1">
                <a:solidFill>
                  <a:srgbClr val="000000"/>
                </a:solidFill>
                <a:ea typeface="宋体" pitchFamily="2" charset="-122"/>
                <a:sym typeface="Symbol" panose="05050102010706020507" pitchFamily="18" charset="2"/>
              </a:rPr>
              <a:t>称为</a:t>
            </a:r>
            <a:r>
              <a:rPr lang="zh-CN" altLang="en-US" dirty="0">
                <a:solidFill>
                  <a:srgbClr val="000000"/>
                </a:solidFill>
                <a:ea typeface="宋体" pitchFamily="2" charset="-122"/>
                <a:sym typeface="Symbol" panose="05050102010706020507" pitchFamily="18" charset="2"/>
              </a:rPr>
              <a:t>异或</a:t>
            </a:r>
            <a:r>
              <a:rPr lang="zh-CN" altLang="en-US" i="1" dirty="0">
                <a:solidFill>
                  <a:srgbClr val="000000"/>
                </a:solidFill>
                <a:ea typeface="宋体" pitchFamily="2" charset="-122"/>
                <a:sym typeface="Symbol" panose="05050102010706020507" pitchFamily="18" charset="2"/>
              </a:rPr>
              <a:t>，</a:t>
            </a:r>
            <a:r>
              <a:rPr lang="en-US" altLang="zh-CN" dirty="0" err="1">
                <a:solidFill>
                  <a:srgbClr val="000000"/>
                </a:solidFill>
                <a:ea typeface="宋体" pitchFamily="2" charset="-122"/>
                <a:sym typeface="Symbol" panose="05050102010706020507" pitchFamily="18" charset="2"/>
              </a:rPr>
              <a:t>因为它</a:t>
            </a:r>
            <a:r>
              <a:rPr lang="en-US" altLang="zh-CN" b="1" dirty="0" err="1">
                <a:solidFill>
                  <a:srgbClr val="000000"/>
                </a:solidFill>
                <a:ea typeface="宋体" pitchFamily="2" charset="-122"/>
                <a:sym typeface="Symbol" panose="05050102010706020507" pitchFamily="18" charset="2"/>
              </a:rPr>
              <a:t>排除了</a:t>
            </a:r>
            <a:br>
              <a:rPr lang="en-US" altLang="zh-CN" dirty="0">
                <a:solidFill>
                  <a:srgbClr val="000000"/>
                </a:solidFill>
                <a:ea typeface="宋体" pitchFamily="2" charset="-122"/>
                <a:sym typeface="Symbol" panose="05050102010706020507" pitchFamily="18" charset="2"/>
              </a:rPr>
            </a:br>
            <a:r>
              <a:rPr lang="en-US" altLang="zh-CN" i="1" dirty="0">
                <a:solidFill>
                  <a:srgbClr val="000000"/>
                </a:solidFill>
                <a:ea typeface="宋体" pitchFamily="2" charset="-122"/>
                <a:sym typeface="Symbol" panose="05050102010706020507" pitchFamily="18" charset="2"/>
              </a:rPr>
              <a:t>p </a:t>
            </a:r>
            <a:r>
              <a:rPr lang="en-US" altLang="zh-CN" dirty="0">
                <a:solidFill>
                  <a:srgbClr val="000000"/>
                </a:solidFill>
                <a:ea typeface="宋体" pitchFamily="2" charset="-122"/>
                <a:sym typeface="Symbol" panose="05050102010706020507" pitchFamily="18" charset="2"/>
              </a:rPr>
              <a:t>和 </a:t>
            </a:r>
            <a:r>
              <a:rPr lang="en-US" altLang="zh-CN" i="1" dirty="0">
                <a:solidFill>
                  <a:srgbClr val="000000"/>
                </a:solidFill>
                <a:ea typeface="宋体" pitchFamily="2" charset="-122"/>
                <a:sym typeface="Symbol" panose="05050102010706020507" pitchFamily="18" charset="2"/>
              </a:rPr>
              <a:t>q </a:t>
            </a:r>
            <a:r>
              <a:rPr lang="en-US" altLang="zh-CN" dirty="0" err="1">
                <a:solidFill>
                  <a:srgbClr val="000000"/>
                </a:solidFill>
                <a:ea typeface="宋体" pitchFamily="2" charset="-122"/>
                <a:sym typeface="Symbol" panose="05050102010706020507" pitchFamily="18" charset="2"/>
              </a:rPr>
              <a:t>都为真的可能性</a:t>
            </a:r>
            <a:r>
              <a:rPr lang="en-US" altLang="zh-CN" dirty="0">
                <a:solidFill>
                  <a:srgbClr val="000000"/>
                </a:solidFill>
                <a:ea typeface="宋体" pitchFamily="2" charset="-122"/>
                <a:sym typeface="Symbol" panose="05050102010706020507" pitchFamily="18" charset="2"/>
              </a:rPr>
              <a:t>。</a:t>
            </a:r>
          </a:p>
          <a:p>
            <a:pPr eaLnBrk="1" hangingPunct="1"/>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latin typeface="Times New Roman" panose="02020503050405090304" pitchFamily="18" charset="0"/>
                <a:ea typeface="宋体" pitchFamily="2" charset="-122"/>
              </a:rPr>
              <a:t>¬</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和</a:t>
            </a:r>
            <a:r>
              <a:rPr lang="en-US" altLang="zh-CN" dirty="0">
                <a:latin typeface="Times New Roman" panose="02020503050405090304" pitchFamily="18" charset="0"/>
                <a:ea typeface="宋体" pitchFamily="2" charset="-122"/>
                <a:sym typeface="Symbol" panose="05050102010706020507" pitchFamily="18" charset="2"/>
              </a:rPr>
              <a:t>""</a:t>
            </a:r>
            <a:r>
              <a:rPr lang="en-US" altLang="zh-CN" dirty="0" err="1">
                <a:ea typeface="宋体" pitchFamily="2" charset="-122"/>
                <a:sym typeface="Symbol" panose="05050102010706020507" pitchFamily="18" charset="2"/>
              </a:rPr>
              <a:t>放在一起</a:t>
            </a:r>
            <a:r>
              <a:rPr lang="en-US" altLang="zh-CN" b="1" dirty="0" err="1">
                <a:ea typeface="宋体" pitchFamily="2" charset="-122"/>
                <a:sym typeface="Symbol" panose="05050102010706020507" pitchFamily="18" charset="2"/>
              </a:rPr>
              <a:t>并不</a:t>
            </a:r>
            <a:r>
              <a:rPr lang="en-US" altLang="zh-CN" dirty="0" err="1">
                <a:ea typeface="宋体" pitchFamily="2" charset="-122"/>
                <a:sym typeface="Symbol" panose="05050102010706020507" pitchFamily="18" charset="2"/>
              </a:rPr>
              <a:t>通用</a:t>
            </a:r>
            <a:r>
              <a:rPr lang="en-US" altLang="zh-CN" dirty="0">
                <a:ea typeface="宋体" pitchFamily="2" charset="-122"/>
                <a:sym typeface="Symbol" panose="05050102010706020507" pitchFamily="18" charset="2"/>
              </a:rPr>
              <a:t>。</a:t>
            </a:r>
          </a:p>
        </p:txBody>
      </p:sp>
      <p:sp>
        <p:nvSpPr>
          <p:cNvPr id="25604" name="Rectangle 3"/>
          <p:cNvSpPr>
            <a:spLocks noGrp="1" noChangeArrowheads="1"/>
          </p:cNvSpPr>
          <p:nvPr>
            <p:ph type="title" idx="4294967295"/>
          </p:nvPr>
        </p:nvSpPr>
        <p:spPr/>
        <p:txBody>
          <a:bodyPr/>
          <a:lstStyle/>
          <a:p>
            <a:pPr eaLnBrk="1" hangingPunct="1"/>
            <a:r>
              <a:rPr lang="zh-CN" altLang="en-US" dirty="0">
                <a:ea typeface="宋体" pitchFamily="2" charset="-122"/>
              </a:rPr>
              <a:t>异或</a:t>
            </a:r>
            <a:r>
              <a:rPr lang="en-US" altLang="zh-CN" dirty="0" err="1">
                <a:ea typeface="宋体" pitchFamily="2" charset="-122"/>
              </a:rPr>
              <a:t>真值表</a:t>
            </a:r>
            <a:endParaRPr lang="en-US" altLang="zh-CN" dirty="0">
              <a:ea typeface="宋体" pitchFamily="2" charset="-122"/>
            </a:endParaRPr>
          </a:p>
        </p:txBody>
      </p:sp>
      <p:graphicFrame>
        <p:nvGraphicFramePr>
          <p:cNvPr id="25605" name="Object 4"/>
          <p:cNvGraphicFramePr>
            <a:graphicFrameLocks noChangeAspect="1"/>
          </p:cNvGraphicFramePr>
          <p:nvPr/>
        </p:nvGraphicFramePr>
        <p:xfrm>
          <a:off x="5637213" y="2214563"/>
          <a:ext cx="2317750" cy="2830512"/>
        </p:xfrm>
        <a:graphic>
          <a:graphicData uri="http://schemas.openxmlformats.org/presentationml/2006/ole">
            <mc:AlternateContent xmlns:mc="http://schemas.openxmlformats.org/markup-compatibility/2006">
              <mc:Choice xmlns:v="urn:schemas-microsoft-com:vml" Requires="v">
                <p:oleObj r:id="rId3" imgW="2325370" imgH="2843530" progId="Word.Document.8">
                  <p:embed/>
                </p:oleObj>
              </mc:Choice>
              <mc:Fallback>
                <p:oleObj r:id="rId3" imgW="2325370" imgH="284353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7213" y="2214563"/>
                        <a:ext cx="2317750" cy="283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6" name="AutoShape 5"/>
          <p:cNvSpPr/>
          <p:nvPr/>
        </p:nvSpPr>
        <p:spPr bwMode="auto">
          <a:xfrm>
            <a:off x="7696200" y="4343400"/>
            <a:ext cx="228600" cy="609600"/>
          </a:xfrm>
          <a:prstGeom prst="rightBrace">
            <a:avLst>
              <a:gd name="adj1" fmla="val 2218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25607" name="Text Box 6"/>
          <p:cNvSpPr txBox="1">
            <a:spLocks noChangeArrowheads="1"/>
          </p:cNvSpPr>
          <p:nvPr/>
        </p:nvSpPr>
        <p:spPr bwMode="auto">
          <a:xfrm>
            <a:off x="7985125" y="4457700"/>
            <a:ext cx="877163" cy="923330"/>
          </a:xfrm>
          <a:prstGeom prst="rect">
            <a:avLst/>
          </a:prstGeom>
          <a:solidFill>
            <a:srgbClr val="FFFFCC"/>
          </a:solidFill>
          <a:ln w="9525">
            <a:solidFill>
              <a:schemeClr val="accent2"/>
            </a:solidFill>
            <a:miter lim="800000"/>
          </a:ln>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zh-CN" altLang="en-US" sz="1800" dirty="0">
                <a:latin typeface="Times New Roman" panose="02020503050405090304" pitchFamily="18" charset="0"/>
              </a:rPr>
              <a:t>注意与</a:t>
            </a:r>
            <a:br>
              <a:rPr lang="en-US" altLang="zh-CN" sz="1800" dirty="0">
                <a:latin typeface="Times New Roman" panose="02020503050405090304" pitchFamily="18" charset="0"/>
              </a:rPr>
            </a:br>
            <a:r>
              <a:rPr lang="zh-CN" altLang="en-US" sz="1800" dirty="0">
                <a:latin typeface="Times New Roman" panose="02020503050405090304" pitchFamily="18" charset="0"/>
              </a:rPr>
              <a:t>析取</a:t>
            </a:r>
            <a:br>
              <a:rPr lang="en-US" altLang="zh-CN" sz="1800" dirty="0">
                <a:latin typeface="Times New Roman" panose="02020503050405090304" pitchFamily="18" charset="0"/>
              </a:rPr>
            </a:br>
            <a:r>
              <a:rPr lang="zh-CN" altLang="en-US" sz="1800" dirty="0">
                <a:latin typeface="Times New Roman" panose="02020503050405090304" pitchFamily="18" charset="0"/>
              </a:rPr>
              <a:t>的区别</a:t>
            </a:r>
            <a:endParaRPr lang="en-US" altLang="zh-CN" sz="1800" dirty="0">
              <a:latin typeface="Times New Roman" panose="0202050305040509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E9E20211-8AE8-46C9-B9D4-5F323EA04D78}" type="slidenum">
              <a:rPr lang="en-US" altLang="zh-CN" sz="1200">
                <a:effectLst>
                  <a:outerShdw blurRad="38100" dist="38100" dir="2700000" algn="tl">
                    <a:srgbClr val="C0C0C0"/>
                  </a:outerShdw>
                </a:effectLst>
                <a:latin typeface="Verdana" panose="020B0804030504040204" pitchFamily="34" charset="0"/>
              </a:rPr>
              <a:t>22</a:t>
            </a:fld>
            <a:endParaRPr lang="en-US" altLang="zh-CN" sz="1200">
              <a:effectLst>
                <a:outerShdw blurRad="38100" dist="38100" dir="2700000" algn="tl">
                  <a:srgbClr val="C0C0C0"/>
                </a:outerShdw>
              </a:effectLst>
              <a:latin typeface="Verdana" panose="020B0804030504040204" pitchFamily="34" charset="0"/>
            </a:endParaRPr>
          </a:p>
        </p:txBody>
      </p:sp>
      <p:sp>
        <p:nvSpPr>
          <p:cNvPr id="27651" name="Rectangle 2"/>
          <p:cNvSpPr>
            <a:spLocks noGrp="1" noChangeArrowheads="1"/>
          </p:cNvSpPr>
          <p:nvPr>
            <p:ph type="title" idx="4294967295"/>
          </p:nvPr>
        </p:nvSpPr>
        <p:spPr>
          <a:xfrm>
            <a:off x="733425" y="731838"/>
            <a:ext cx="8181975" cy="563562"/>
          </a:xfrm>
        </p:spPr>
        <p:txBody>
          <a:bodyPr/>
          <a:lstStyle/>
          <a:p>
            <a:pPr eaLnBrk="1" hangingPunct="1"/>
            <a:r>
              <a:rPr lang="en-GB" altLang="en-US" sz="2000" dirty="0">
                <a:ea typeface="宋体" pitchFamily="2" charset="-122"/>
              </a:rPr>
              <a:t>测试你对两种析取类型的理解</a:t>
            </a:r>
            <a:endParaRPr lang="en-US" altLang="zh-CN" sz="2000" dirty="0">
              <a:ea typeface="宋体" pitchFamily="2" charset="-122"/>
            </a:endParaRPr>
          </a:p>
        </p:txBody>
      </p:sp>
      <p:sp>
        <p:nvSpPr>
          <p:cNvPr id="27652" name="Rectangle 3"/>
          <p:cNvSpPr>
            <a:spLocks noGrp="1" noChangeArrowheads="1"/>
          </p:cNvSpPr>
          <p:nvPr>
            <p:ph type="body" idx="4294967295"/>
          </p:nvPr>
        </p:nvSpPr>
        <p:spPr/>
        <p:txBody>
          <a:bodyPr/>
          <a:lstStyle/>
          <a:p>
            <a:pPr marL="609600" indent="-609600" eaLnBrk="1" hangingPunct="1">
              <a:buFont typeface="Wingdings" panose="05000000000000000000" pitchFamily="2" charset="2"/>
              <a:buAutoNum type="arabicPeriod"/>
            </a:pPr>
            <a:r>
              <a:rPr lang="en-GB" altLang="en-US" dirty="0" err="1">
                <a:ea typeface="宋体" pitchFamily="2" charset="-122"/>
              </a:rPr>
              <a:t>假设</a:t>
            </a:r>
            <a:r>
              <a:rPr lang="en-GB" altLang="en-US" dirty="0">
                <a:ea typeface="宋体" pitchFamily="2" charset="-122"/>
              </a:rPr>
              <a:t> p </a:t>
            </a:r>
            <a:r>
              <a:rPr lang="en-US" altLang="zh-CN" dirty="0">
                <a:solidFill>
                  <a:schemeClr val="accent2"/>
                </a:solidFill>
                <a:ea typeface="宋体" pitchFamily="2" charset="-122"/>
                <a:sym typeface="Symbol" panose="05050102010706020507" pitchFamily="18" charset="2"/>
              </a:rPr>
              <a:t> </a:t>
            </a:r>
            <a:r>
              <a:rPr lang="en-US" altLang="zh-CN" dirty="0">
                <a:ea typeface="宋体" pitchFamily="2" charset="-122"/>
                <a:sym typeface="Symbol" panose="05050102010706020507" pitchFamily="18" charset="2"/>
              </a:rPr>
              <a:t>q 为真。</a:t>
            </a:r>
            <a:br>
              <a:rPr lang="en-US" altLang="zh-CN" dirty="0">
                <a:ea typeface="宋体" pitchFamily="2" charset="-122"/>
                <a:sym typeface="Symbol" panose="05050102010706020507" pitchFamily="18" charset="2"/>
              </a:rPr>
            </a:br>
            <a:r>
              <a:rPr lang="en-US" altLang="zh-CN" dirty="0" err="1">
                <a:ea typeface="宋体" pitchFamily="2" charset="-122"/>
                <a:sym typeface="Symbol" panose="05050102010706020507" pitchFamily="18" charset="2"/>
              </a:rPr>
              <a:t>是否意味着</a:t>
            </a:r>
            <a:r>
              <a:rPr lang="en-US" altLang="zh-CN" dirty="0">
                <a:ea typeface="宋体" pitchFamily="2" charset="-122"/>
                <a:sym typeface="Symbol" panose="05050102010706020507" pitchFamily="18" charset="2"/>
              </a:rPr>
              <a:t> p  q 为真？</a:t>
            </a:r>
            <a:br>
              <a:rPr lang="en-US" altLang="zh-CN" dirty="0">
                <a:ea typeface="宋体" pitchFamily="2" charset="-122"/>
                <a:sym typeface="Symbol" panose="05050102010706020507" pitchFamily="18" charset="2"/>
              </a:rPr>
            </a:br>
            <a:endParaRPr lang="en-US" altLang="zh-CN" dirty="0">
              <a:ea typeface="宋体" pitchFamily="2" charset="-122"/>
              <a:sym typeface="Symbol" panose="05050102010706020507" pitchFamily="18" charset="2"/>
            </a:endParaRPr>
          </a:p>
          <a:p>
            <a:pPr marL="609600" indent="-609600" eaLnBrk="1" hangingPunct="1">
              <a:buFont typeface="Wingdings" panose="05000000000000000000" pitchFamily="2" charset="2"/>
              <a:buAutoNum type="arabicPeriod"/>
            </a:pPr>
            <a:r>
              <a:rPr lang="en-GB" altLang="en-US" dirty="0" err="1">
                <a:ea typeface="宋体" pitchFamily="2" charset="-122"/>
              </a:rPr>
              <a:t>假设</a:t>
            </a:r>
            <a:r>
              <a:rPr lang="en-GB" altLang="en-US" dirty="0">
                <a:ea typeface="宋体" pitchFamily="2" charset="-122"/>
              </a:rPr>
              <a:t> </a:t>
            </a:r>
            <a:r>
              <a:rPr lang="en-US" altLang="zh-CN" dirty="0">
                <a:ea typeface="宋体" pitchFamily="2" charset="-122"/>
                <a:sym typeface="Symbol" panose="05050102010706020507" pitchFamily="18" charset="2"/>
              </a:rPr>
              <a:t>p  q 为真。</a:t>
            </a:r>
            <a:br>
              <a:rPr lang="en-US" altLang="zh-CN" dirty="0">
                <a:ea typeface="宋体" pitchFamily="2" charset="-122"/>
                <a:sym typeface="Symbol" panose="05050102010706020507" pitchFamily="18" charset="2"/>
              </a:rPr>
            </a:br>
            <a:r>
              <a:rPr lang="en-US" altLang="zh-CN" dirty="0" err="1">
                <a:ea typeface="宋体" pitchFamily="2" charset="-122"/>
                <a:sym typeface="Symbol" panose="05050102010706020507" pitchFamily="18" charset="2"/>
              </a:rPr>
              <a:t>是否</a:t>
            </a:r>
            <a:r>
              <a:rPr lang="zh-CN" altLang="en-US" dirty="0">
                <a:ea typeface="宋体" pitchFamily="2" charset="-122"/>
                <a:sym typeface="Symbol" panose="05050102010706020507" pitchFamily="18" charset="2"/>
              </a:rPr>
              <a:t>意味着</a:t>
            </a:r>
            <a:r>
              <a:rPr lang="en-US" altLang="zh-CN" dirty="0">
                <a:ea typeface="宋体" pitchFamily="2" charset="-122"/>
                <a:sym typeface="Symbol" panose="05050102010706020507" pitchFamily="18" charset="2"/>
              </a:rPr>
              <a:t> </a:t>
            </a:r>
            <a:r>
              <a:rPr lang="en-GB" altLang="en-US" dirty="0">
                <a:ea typeface="宋体" pitchFamily="2" charset="-122"/>
              </a:rPr>
              <a:t>p </a:t>
            </a:r>
            <a:r>
              <a:rPr lang="en-US" altLang="zh-CN" b="1" dirty="0">
                <a:solidFill>
                  <a:srgbClr val="000000"/>
                </a:solidFill>
                <a:ea typeface="宋体" pitchFamily="2" charset="-122"/>
                <a:sym typeface="Symbol" panose="05050102010706020507" pitchFamily="18" charset="2"/>
              </a:rPr>
              <a:t> </a:t>
            </a:r>
            <a:r>
              <a:rPr lang="en-US" altLang="zh-CN" dirty="0">
                <a:ea typeface="宋体" pitchFamily="2" charset="-122"/>
                <a:sym typeface="Symbol" panose="05050102010706020507" pitchFamily="18" charset="2"/>
              </a:rPr>
              <a:t>q 为真？</a:t>
            </a:r>
          </a:p>
          <a:p>
            <a:pPr marL="609600" indent="-609600" eaLnBrk="1" hangingPunct="1">
              <a:buFont typeface="Wingdings" panose="05000000000000000000" pitchFamily="2" charset="2"/>
              <a:buAutoNum type="arabicPeriod"/>
            </a:pPr>
            <a:endParaRPr lang="en-US" altLang="zh-CN" dirty="0">
              <a:ea typeface="宋体" pitchFamily="2" charset="-122"/>
              <a:sym typeface="Symbol" panose="05050102010706020507" pitchFamily="18" charset="2"/>
            </a:endParaRPr>
          </a:p>
          <a:p>
            <a:pPr marL="609600" indent="-609600" eaLnBrk="1" hangingPunct="1"/>
            <a:endParaRPr lang="en-US" altLang="zh-CN" dirty="0">
              <a:ea typeface="宋体" pitchFamily="2" charset="-122"/>
              <a:sym typeface="Symbol" panose="05050102010706020507"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C8218EBB-C835-41B9-A100-0BD26892C386}" type="slidenum">
              <a:rPr lang="en-US" altLang="zh-CN" sz="1200">
                <a:effectLst>
                  <a:outerShdw blurRad="38100" dist="38100" dir="2700000" algn="tl">
                    <a:srgbClr val="C0C0C0"/>
                  </a:outerShdw>
                </a:effectLst>
                <a:latin typeface="Verdana" panose="020B0804030504040204" pitchFamily="34" charset="0"/>
              </a:rPr>
              <a:t>23</a:t>
            </a:fld>
            <a:endParaRPr lang="en-US" altLang="zh-CN" sz="1200">
              <a:effectLst>
                <a:outerShdw blurRad="38100" dist="38100" dir="2700000" algn="tl">
                  <a:srgbClr val="C0C0C0"/>
                </a:outerShdw>
              </a:effectLst>
              <a:latin typeface="Verdana" panose="020B0804030504040204" pitchFamily="34" charset="0"/>
            </a:endParaRPr>
          </a:p>
        </p:txBody>
      </p:sp>
      <p:sp>
        <p:nvSpPr>
          <p:cNvPr id="28675" name="Rectangle 2"/>
          <p:cNvSpPr>
            <a:spLocks noGrp="1" noChangeArrowheads="1"/>
          </p:cNvSpPr>
          <p:nvPr>
            <p:ph type="title" idx="4294967295"/>
          </p:nvPr>
        </p:nvSpPr>
        <p:spPr>
          <a:xfrm>
            <a:off x="609600" y="731838"/>
            <a:ext cx="8305800" cy="563562"/>
          </a:xfrm>
        </p:spPr>
        <p:txBody>
          <a:bodyPr/>
          <a:lstStyle/>
          <a:p>
            <a:pPr eaLnBrk="1" hangingPunct="1"/>
            <a:r>
              <a:rPr lang="en-GB" altLang="en-US" sz="2000">
                <a:ea typeface="宋体" pitchFamily="2" charset="-122"/>
              </a:rPr>
              <a:t>测试你对两种析取类型的理解</a:t>
            </a:r>
            <a:endParaRPr lang="en-US" altLang="zh-CN" sz="2000">
              <a:ea typeface="宋体" pitchFamily="2" charset="-122"/>
            </a:endParaRPr>
          </a:p>
        </p:txBody>
      </p:sp>
      <p:sp>
        <p:nvSpPr>
          <p:cNvPr id="28676" name="Rectangle 3"/>
          <p:cNvSpPr>
            <a:spLocks noGrp="1" noChangeArrowheads="1"/>
          </p:cNvSpPr>
          <p:nvPr>
            <p:ph type="body" idx="4294967295"/>
          </p:nvPr>
        </p:nvSpPr>
        <p:spPr/>
        <p:txBody>
          <a:bodyPr/>
          <a:lstStyle/>
          <a:p>
            <a:pPr marL="609600" indent="-609600" eaLnBrk="1" hangingPunct="1">
              <a:buFont typeface="Wingdings" panose="05000000000000000000" pitchFamily="2" charset="2"/>
              <a:buAutoNum type="arabicPeriod"/>
            </a:pPr>
            <a:r>
              <a:rPr lang="en-GB" altLang="en-US" sz="2800" dirty="0">
                <a:ea typeface="宋体" pitchFamily="2" charset="-122"/>
              </a:rPr>
              <a:t>假设 p </a:t>
            </a:r>
            <a:r>
              <a:rPr lang="en-US" altLang="zh-CN" sz="2800" dirty="0">
                <a:solidFill>
                  <a:schemeClr val="accent2"/>
                </a:solidFill>
                <a:ea typeface="宋体" pitchFamily="2" charset="-122"/>
                <a:sym typeface="Symbol" panose="05050102010706020507" pitchFamily="18" charset="2"/>
              </a:rPr>
              <a:t> </a:t>
            </a:r>
            <a:r>
              <a:rPr lang="en-US" altLang="zh-CN" sz="2800" dirty="0">
                <a:ea typeface="宋体" pitchFamily="2" charset="-122"/>
                <a:sym typeface="Symbol" panose="05050102010706020507" pitchFamily="18" charset="2"/>
              </a:rPr>
              <a:t>q 为真。</a:t>
            </a:r>
            <a:br>
              <a:rPr lang="en-US" altLang="zh-CN" sz="2800" dirty="0">
                <a:ea typeface="宋体" pitchFamily="2" charset="-122"/>
                <a:sym typeface="Symbol" panose="05050102010706020507" pitchFamily="18" charset="2"/>
              </a:rPr>
            </a:br>
            <a:r>
              <a:rPr lang="en-US" altLang="zh-CN" sz="2800" dirty="0" err="1">
                <a:ea typeface="宋体" pitchFamily="2" charset="-122"/>
                <a:sym typeface="Symbol" panose="05050102010706020507" pitchFamily="18" charset="2"/>
              </a:rPr>
              <a:t>是否意味着</a:t>
            </a:r>
            <a:r>
              <a:rPr lang="en-US" altLang="zh-CN" sz="2800" dirty="0">
                <a:ea typeface="宋体" pitchFamily="2" charset="-122"/>
                <a:sym typeface="Symbol" panose="05050102010706020507" pitchFamily="18" charset="2"/>
              </a:rPr>
              <a:t> p  q 为真？</a:t>
            </a:r>
            <a:br>
              <a:rPr lang="en-US" altLang="zh-CN" sz="2800" dirty="0">
                <a:ea typeface="宋体" pitchFamily="2" charset="-122"/>
                <a:sym typeface="Symbol" panose="05050102010706020507" pitchFamily="18" charset="2"/>
              </a:rPr>
            </a:br>
            <a:r>
              <a:rPr lang="en-US" altLang="zh-CN" sz="2800" dirty="0">
                <a:solidFill>
                  <a:srgbClr val="000000"/>
                </a:solidFill>
                <a:ea typeface="宋体" pitchFamily="2" charset="-122"/>
                <a:sym typeface="Symbol" panose="05050102010706020507" pitchFamily="18" charset="2"/>
              </a:rPr>
              <a:t>否</a:t>
            </a:r>
            <a:r>
              <a:rPr lang="en-US" altLang="zh-CN" sz="2800" dirty="0">
                <a:ea typeface="宋体" pitchFamily="2" charset="-122"/>
                <a:sym typeface="Symbol" panose="05050102010706020507" pitchFamily="18" charset="2"/>
              </a:rPr>
              <a:t>：</a:t>
            </a:r>
            <a:r>
              <a:rPr lang="zh-CN" altLang="en-US" sz="2800" dirty="0">
                <a:ea typeface="宋体" pitchFamily="2" charset="-122"/>
                <a:sym typeface="Symbol" panose="05050102010706020507" pitchFamily="18" charset="2"/>
              </a:rPr>
              <a:t>考虑</a:t>
            </a:r>
            <a:r>
              <a:rPr lang="en-US" altLang="zh-CN" sz="2800" dirty="0">
                <a:ea typeface="宋体" pitchFamily="2" charset="-122"/>
                <a:sym typeface="Symbol" panose="05050102010706020507" pitchFamily="18" charset="2"/>
              </a:rPr>
              <a:t> p </a:t>
            </a:r>
            <a:r>
              <a:rPr lang="en-US" altLang="zh-CN" sz="2800" dirty="0" err="1">
                <a:ea typeface="宋体" pitchFamily="2" charset="-122"/>
                <a:sym typeface="Symbol" panose="05050102010706020507" pitchFamily="18" charset="2"/>
              </a:rPr>
              <a:t>为真</a:t>
            </a:r>
            <a:r>
              <a:rPr lang="zh-CN" altLang="en-US" sz="2800" dirty="0">
                <a:ea typeface="宋体" pitchFamily="2" charset="-122"/>
                <a:sym typeface="Symbol" panose="05050102010706020507" pitchFamily="18" charset="2"/>
              </a:rPr>
              <a:t>且</a:t>
            </a:r>
            <a:r>
              <a:rPr lang="en-US" altLang="zh-CN" sz="2800" dirty="0">
                <a:ea typeface="宋体" pitchFamily="2" charset="-122"/>
                <a:sym typeface="Symbol" panose="05050102010706020507" pitchFamily="18" charset="2"/>
              </a:rPr>
              <a:t>q </a:t>
            </a:r>
            <a:r>
              <a:rPr lang="en-US" altLang="zh-CN" sz="2800" dirty="0" err="1">
                <a:ea typeface="宋体" pitchFamily="2" charset="-122"/>
                <a:sym typeface="Symbol" panose="05050102010706020507" pitchFamily="18" charset="2"/>
              </a:rPr>
              <a:t>为真</a:t>
            </a:r>
            <a:r>
              <a:rPr lang="zh-CN" altLang="en-US" sz="2800" dirty="0">
                <a:ea typeface="宋体" pitchFamily="2" charset="-122"/>
                <a:sym typeface="Symbol" panose="05050102010706020507" pitchFamily="18" charset="2"/>
              </a:rPr>
              <a:t>的情况</a:t>
            </a:r>
            <a:endParaRPr lang="en-US" altLang="zh-CN" sz="2800" dirty="0">
              <a:ea typeface="宋体" pitchFamily="2" charset="-122"/>
              <a:sym typeface="Symbol" panose="05050102010706020507" pitchFamily="18" charset="2"/>
            </a:endParaRPr>
          </a:p>
          <a:p>
            <a:pPr marL="609600" indent="-609600" eaLnBrk="1" hangingPunct="1">
              <a:buFont typeface="Wingdings" panose="05000000000000000000" pitchFamily="2" charset="2"/>
              <a:buAutoNum type="arabicPeriod"/>
            </a:pPr>
            <a:r>
              <a:rPr lang="en-GB" altLang="en-US" sz="2800" dirty="0" err="1">
                <a:ea typeface="宋体" pitchFamily="2" charset="-122"/>
              </a:rPr>
              <a:t>假设</a:t>
            </a:r>
            <a:r>
              <a:rPr lang="en-GB" altLang="en-US" sz="2800" dirty="0">
                <a:ea typeface="宋体" pitchFamily="2" charset="-122"/>
              </a:rPr>
              <a:t> </a:t>
            </a:r>
            <a:r>
              <a:rPr lang="en-US" altLang="zh-CN" sz="2800" dirty="0">
                <a:ea typeface="宋体" pitchFamily="2" charset="-122"/>
                <a:sym typeface="Symbol" panose="05050102010706020507" pitchFamily="18" charset="2"/>
              </a:rPr>
              <a:t>p  q </a:t>
            </a:r>
            <a:r>
              <a:rPr lang="en-US" altLang="zh-CN" sz="2800" dirty="0" err="1">
                <a:ea typeface="宋体" pitchFamily="2" charset="-122"/>
                <a:sym typeface="Symbol" panose="05050102010706020507" pitchFamily="18" charset="2"/>
              </a:rPr>
              <a:t>为真</a:t>
            </a:r>
            <a:r>
              <a:rPr lang="en-US" altLang="zh-CN" sz="2800" dirty="0">
                <a:ea typeface="宋体" pitchFamily="2" charset="-122"/>
                <a:sym typeface="Symbol" panose="05050102010706020507" pitchFamily="18" charset="2"/>
              </a:rPr>
              <a:t>。</a:t>
            </a:r>
            <a:br>
              <a:rPr lang="en-US" altLang="zh-CN" sz="2800" dirty="0">
                <a:ea typeface="宋体" pitchFamily="2" charset="-122"/>
                <a:sym typeface="Symbol" panose="05050102010706020507" pitchFamily="18" charset="2"/>
              </a:rPr>
            </a:br>
            <a:r>
              <a:rPr lang="en-US" altLang="zh-CN" sz="2800" dirty="0" err="1">
                <a:ea typeface="宋体" pitchFamily="2" charset="-122"/>
                <a:sym typeface="Symbol" panose="05050102010706020507" pitchFamily="18" charset="2"/>
              </a:rPr>
              <a:t>是否</a:t>
            </a:r>
            <a:r>
              <a:rPr lang="en-US" altLang="zh-CN" sz="2800" dirty="0">
                <a:ea typeface="宋体" pitchFamily="2" charset="-122"/>
                <a:sym typeface="Symbol" panose="05050102010706020507" pitchFamily="18" charset="2"/>
              </a:rPr>
              <a:t> </a:t>
            </a:r>
            <a:r>
              <a:rPr lang="zh-CN" altLang="en-US" sz="2800" dirty="0">
                <a:ea typeface="宋体" pitchFamily="2" charset="-122"/>
                <a:sym typeface="Symbol" panose="05050102010706020507" pitchFamily="18" charset="2"/>
              </a:rPr>
              <a:t>意味着</a:t>
            </a:r>
            <a:r>
              <a:rPr lang="en-GB" altLang="en-US" sz="2800" dirty="0">
                <a:ea typeface="宋体" pitchFamily="2" charset="-122"/>
              </a:rPr>
              <a:t>p </a:t>
            </a:r>
            <a:r>
              <a:rPr lang="en-US" altLang="zh-CN" sz="2800" dirty="0">
                <a:solidFill>
                  <a:schemeClr val="accent2"/>
                </a:solidFill>
                <a:ea typeface="宋体" pitchFamily="2" charset="-122"/>
                <a:sym typeface="Symbol" panose="05050102010706020507" pitchFamily="18" charset="2"/>
              </a:rPr>
              <a:t> </a:t>
            </a:r>
            <a:r>
              <a:rPr lang="en-US" altLang="zh-CN" sz="2800" dirty="0">
                <a:ea typeface="宋体" pitchFamily="2" charset="-122"/>
                <a:sym typeface="Symbol" panose="05050102010706020507" pitchFamily="18" charset="2"/>
              </a:rPr>
              <a:t>q </a:t>
            </a:r>
            <a:r>
              <a:rPr lang="en-US" altLang="zh-CN" sz="2800" dirty="0" err="1">
                <a:ea typeface="宋体" pitchFamily="2" charset="-122"/>
                <a:sym typeface="Symbol" panose="05050102010706020507" pitchFamily="18" charset="2"/>
              </a:rPr>
              <a:t>为真</a:t>
            </a:r>
            <a:r>
              <a:rPr lang="en-US" altLang="zh-CN" sz="2800" dirty="0">
                <a:ea typeface="宋体" pitchFamily="2" charset="-122"/>
                <a:sym typeface="Symbol" panose="05050102010706020507" pitchFamily="18" charset="2"/>
              </a:rPr>
              <a:t>？</a:t>
            </a:r>
            <a:br>
              <a:rPr lang="en-US" altLang="zh-CN" sz="2800" dirty="0">
                <a:ea typeface="宋体" pitchFamily="2" charset="-122"/>
                <a:sym typeface="Symbol" panose="05050102010706020507" pitchFamily="18" charset="2"/>
              </a:rPr>
            </a:br>
            <a:r>
              <a:rPr lang="en-US" altLang="zh-CN" sz="2800" dirty="0">
                <a:solidFill>
                  <a:srgbClr val="000000"/>
                </a:solidFill>
                <a:ea typeface="宋体" pitchFamily="2" charset="-122"/>
                <a:sym typeface="Symbol" panose="05050102010706020507" pitchFamily="18" charset="2"/>
              </a:rPr>
              <a:t>是</a:t>
            </a:r>
            <a:r>
              <a:rPr lang="zh-CN" altLang="en-US" sz="2800" dirty="0">
                <a:ea typeface="宋体" pitchFamily="2" charset="-122"/>
                <a:sym typeface="Symbol" panose="05050102010706020507" pitchFamily="18" charset="2"/>
              </a:rPr>
              <a:t>：</a:t>
            </a:r>
            <a:r>
              <a:rPr lang="en-US" altLang="zh-CN" sz="2800" dirty="0" err="1">
                <a:ea typeface="宋体" pitchFamily="2" charset="-122"/>
                <a:sym typeface="Symbol" panose="05050102010706020507" pitchFamily="18" charset="2"/>
              </a:rPr>
              <a:t>检查每一个使</a:t>
            </a:r>
            <a:r>
              <a:rPr lang="en-US" altLang="zh-CN" sz="2800" dirty="0">
                <a:ea typeface="宋体" pitchFamily="2" charset="-122"/>
                <a:sym typeface="Symbol" panose="05050102010706020507" pitchFamily="18" charset="2"/>
              </a:rPr>
              <a:t> </a:t>
            </a:r>
            <a:r>
              <a:rPr lang="en-US" altLang="zh-CN" sz="2800" dirty="0" err="1">
                <a:ea typeface="宋体" pitchFamily="2" charset="-122"/>
                <a:sym typeface="Symbol" panose="05050102010706020507" pitchFamily="18" charset="2"/>
              </a:rPr>
              <a:t>pq</a:t>
            </a:r>
            <a:r>
              <a:rPr lang="en-US" altLang="zh-CN" sz="2800" dirty="0">
                <a:ea typeface="宋体" pitchFamily="2" charset="-122"/>
                <a:sym typeface="Symbol" panose="05050102010706020507" pitchFamily="18" charset="2"/>
              </a:rPr>
              <a:t> </a:t>
            </a:r>
            <a:r>
              <a:rPr lang="en-US" altLang="zh-CN" sz="2800" i="1" dirty="0">
                <a:ea typeface="宋体" pitchFamily="2" charset="-122"/>
                <a:sym typeface="Symbol" panose="05050102010706020507" pitchFamily="18" charset="2"/>
              </a:rPr>
              <a:t>为真的</a:t>
            </a:r>
            <a:r>
              <a:rPr lang="en-US" altLang="zh-CN" sz="2800" dirty="0">
                <a:ea typeface="宋体" pitchFamily="2" charset="-122"/>
                <a:sym typeface="Symbol" panose="05050102010706020507" pitchFamily="18" charset="2"/>
              </a:rPr>
              <a:t>两个赋值</a:t>
            </a:r>
            <a:r>
              <a:rPr lang="en-US" altLang="zh-CN" sz="2800" i="1" dirty="0">
                <a:ea typeface="宋体" pitchFamily="2" charset="-122"/>
                <a:sym typeface="Symbol" panose="05050102010706020507" pitchFamily="18" charset="2"/>
              </a:rPr>
              <a:t>：</a:t>
            </a:r>
            <a:br>
              <a:rPr lang="en-US" altLang="zh-CN" sz="2800" i="1" dirty="0">
                <a:ea typeface="宋体" pitchFamily="2" charset="-122"/>
                <a:sym typeface="Symbol" panose="05050102010706020507" pitchFamily="18" charset="2"/>
              </a:rPr>
            </a:br>
            <a:r>
              <a:rPr lang="en-US" altLang="zh-CN" sz="2800" dirty="0">
                <a:ea typeface="宋体" pitchFamily="2" charset="-122"/>
                <a:sym typeface="Symbol" panose="05050102010706020507" pitchFamily="18" charset="2"/>
              </a:rPr>
              <a:t>  a) p </a:t>
            </a:r>
            <a:r>
              <a:rPr lang="zh-CN" altLang="en-US" sz="2800" dirty="0">
                <a:ea typeface="宋体" pitchFamily="2" charset="-122"/>
                <a:sym typeface="Symbol" panose="05050102010706020507" pitchFamily="18" charset="2"/>
              </a:rPr>
              <a:t>为真</a:t>
            </a:r>
            <a:r>
              <a:rPr lang="en-US" altLang="zh-CN" sz="2800" dirty="0">
                <a:ea typeface="宋体" pitchFamily="2" charset="-122"/>
                <a:sym typeface="Symbol" panose="05050102010706020507" pitchFamily="18" charset="2"/>
              </a:rPr>
              <a:t>, q </a:t>
            </a:r>
            <a:r>
              <a:rPr lang="zh-CN" altLang="en-US" sz="2800" dirty="0">
                <a:ea typeface="宋体" pitchFamily="2" charset="-122"/>
                <a:sym typeface="Symbol" panose="05050102010706020507" pitchFamily="18" charset="2"/>
              </a:rPr>
              <a:t>为假</a:t>
            </a:r>
            <a:r>
              <a:rPr lang="en-US" altLang="zh-CN" sz="2800" dirty="0">
                <a:ea typeface="宋体" pitchFamily="2" charset="-122"/>
                <a:sym typeface="Symbol" panose="05050102010706020507" pitchFamily="18" charset="2"/>
              </a:rPr>
              <a:t>（</a:t>
            </a:r>
            <a:r>
              <a:rPr lang="en-US" altLang="zh-CN" sz="2800" i="1" dirty="0">
                <a:solidFill>
                  <a:srgbClr val="FF0000"/>
                </a:solidFill>
                <a:ea typeface="宋体" pitchFamily="2" charset="-122"/>
                <a:sym typeface="Symbol" panose="05050102010706020507" pitchFamily="18" charset="2"/>
              </a:rPr>
              <a:t>使 </a:t>
            </a:r>
            <a:r>
              <a:rPr lang="en-GB" altLang="en-US" sz="2800" i="1" dirty="0">
                <a:solidFill>
                  <a:srgbClr val="FF0000"/>
                </a:solidFill>
                <a:ea typeface="宋体" pitchFamily="2" charset="-122"/>
              </a:rPr>
              <a:t>p </a:t>
            </a:r>
            <a:r>
              <a:rPr lang="en-US" altLang="zh-CN" sz="2800" i="1" dirty="0">
                <a:solidFill>
                  <a:srgbClr val="FF0000"/>
                </a:solidFill>
                <a:ea typeface="宋体" pitchFamily="2" charset="-122"/>
                <a:sym typeface="Symbol" panose="05050102010706020507" pitchFamily="18" charset="2"/>
              </a:rPr>
              <a:t> q 为真</a:t>
            </a:r>
            <a:r>
              <a:rPr lang="en-US" altLang="zh-CN" sz="2800" i="1" dirty="0">
                <a:ea typeface="宋体" pitchFamily="2" charset="-122"/>
                <a:sym typeface="Symbol" panose="05050102010706020507" pitchFamily="18" charset="2"/>
              </a:rPr>
              <a:t>）。 </a:t>
            </a:r>
            <a:br>
              <a:rPr lang="en-US" altLang="zh-CN" sz="2800" i="1" dirty="0">
                <a:ea typeface="宋体" pitchFamily="2" charset="-122"/>
                <a:sym typeface="Symbol" panose="05050102010706020507" pitchFamily="18" charset="2"/>
              </a:rPr>
            </a:br>
            <a:r>
              <a:rPr lang="en-US" altLang="zh-CN" sz="2800" dirty="0">
                <a:ea typeface="宋体" pitchFamily="2" charset="-122"/>
                <a:sym typeface="Symbol" panose="05050102010706020507" pitchFamily="18" charset="2"/>
              </a:rPr>
              <a:t>  b) p </a:t>
            </a:r>
            <a:r>
              <a:rPr lang="zh-CN" altLang="en-US" sz="2800" dirty="0">
                <a:ea typeface="宋体" pitchFamily="2" charset="-122"/>
                <a:sym typeface="Symbol" panose="05050102010706020507" pitchFamily="18" charset="2"/>
              </a:rPr>
              <a:t>为假</a:t>
            </a:r>
            <a:r>
              <a:rPr lang="en-US" altLang="zh-CN" sz="2800" dirty="0">
                <a:ea typeface="宋体" pitchFamily="2" charset="-122"/>
                <a:sym typeface="Symbol" panose="05050102010706020507" pitchFamily="18" charset="2"/>
              </a:rPr>
              <a:t>, q </a:t>
            </a:r>
            <a:r>
              <a:rPr lang="zh-CN" altLang="en-US" sz="2800" dirty="0">
                <a:ea typeface="宋体" pitchFamily="2" charset="-122"/>
                <a:sym typeface="Symbol" panose="05050102010706020507" pitchFamily="18" charset="2"/>
              </a:rPr>
              <a:t>为真</a:t>
            </a:r>
            <a:r>
              <a:rPr lang="en-US" altLang="zh-CN" sz="2800" dirty="0">
                <a:ea typeface="宋体" pitchFamily="2" charset="-122"/>
                <a:sym typeface="Symbol" panose="05050102010706020507" pitchFamily="18" charset="2"/>
              </a:rPr>
              <a:t>（</a:t>
            </a:r>
            <a:r>
              <a:rPr lang="en-US" altLang="zh-CN" sz="2800" i="1" dirty="0">
                <a:solidFill>
                  <a:srgbClr val="FF0000"/>
                </a:solidFill>
                <a:ea typeface="宋体" pitchFamily="2" charset="-122"/>
                <a:sym typeface="Symbol" panose="05050102010706020507" pitchFamily="18" charset="2"/>
              </a:rPr>
              <a:t>使 </a:t>
            </a:r>
            <a:r>
              <a:rPr lang="en-GB" altLang="en-US" sz="2800" i="1" dirty="0">
                <a:solidFill>
                  <a:srgbClr val="FF0000"/>
                </a:solidFill>
                <a:ea typeface="宋体" pitchFamily="2" charset="-122"/>
              </a:rPr>
              <a:t>p </a:t>
            </a:r>
            <a:r>
              <a:rPr lang="en-US" altLang="zh-CN" sz="2800" i="1" dirty="0">
                <a:solidFill>
                  <a:srgbClr val="FF0000"/>
                </a:solidFill>
                <a:ea typeface="宋体" pitchFamily="2" charset="-122"/>
                <a:sym typeface="Symbol" panose="05050102010706020507" pitchFamily="18" charset="2"/>
              </a:rPr>
              <a:t> q 为真）。 </a:t>
            </a:r>
            <a:br>
              <a:rPr lang="en-US" altLang="zh-CN" sz="2800" i="1" dirty="0">
                <a:solidFill>
                  <a:srgbClr val="FF0000"/>
                </a:solidFill>
                <a:ea typeface="宋体" pitchFamily="2" charset="-122"/>
                <a:sym typeface="Symbol" panose="05050102010706020507" pitchFamily="18" charset="2"/>
              </a:rPr>
            </a:br>
            <a:endParaRPr lang="en-US" altLang="zh-CN" sz="2800" i="1" dirty="0">
              <a:solidFill>
                <a:srgbClr val="FF0000"/>
              </a:solidFill>
              <a:ea typeface="宋体" pitchFamily="2" charset="-122"/>
              <a:sym typeface="Symbol" panose="05050102010706020507" pitchFamily="18" charset="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02100C2A-14F3-469F-ACA2-F9C95DD56C1A}" type="slidenum">
              <a:rPr lang="en-US" altLang="zh-CN" sz="1200">
                <a:effectLst>
                  <a:outerShdw blurRad="38100" dist="38100" dir="2700000" algn="tl">
                    <a:srgbClr val="C0C0C0"/>
                  </a:outerShdw>
                </a:effectLst>
                <a:latin typeface="Verdana" panose="020B0804030504040204" pitchFamily="34" charset="0"/>
              </a:rPr>
              <a:t>24</a:t>
            </a:fld>
            <a:endParaRPr lang="en-US" altLang="zh-CN" sz="1200">
              <a:effectLst>
                <a:outerShdw blurRad="38100" dist="38100" dir="2700000" algn="tl">
                  <a:srgbClr val="C0C0C0"/>
                </a:outerShdw>
              </a:effectLst>
              <a:latin typeface="Verdana" panose="020B0804030504040204" pitchFamily="34" charset="0"/>
            </a:endParaRPr>
          </a:p>
        </p:txBody>
      </p:sp>
      <p:sp>
        <p:nvSpPr>
          <p:cNvPr id="117763"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p:sp>
        <p:nvSpPr>
          <p:cNvPr id="117764" name="Rectangle 3"/>
          <p:cNvSpPr>
            <a:spLocks noGrp="1" noChangeArrowheads="1"/>
          </p:cNvSpPr>
          <p:nvPr>
            <p:ph type="body" idx="4294967295"/>
          </p:nvPr>
        </p:nvSpPr>
        <p:spPr>
          <a:xfrm>
            <a:off x="0" y="1447800"/>
            <a:ext cx="9145588" cy="4725988"/>
          </a:xfrm>
        </p:spPr>
        <p:txBody>
          <a:bodyPr/>
          <a:lstStyle/>
          <a:p>
            <a:pPr algn="just"/>
            <a:r>
              <a:rPr lang="en-US" altLang="zh-CN" dirty="0">
                <a:ea typeface="宋体" pitchFamily="2" charset="-122"/>
              </a:rPr>
              <a:t>6.翻译谚语 "要么出版，要么毁灭（但不能两者兼得！）"，将 P 译为 "出版"，Q 译为 "毁灭"。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A43B20E-9739-4564-9A2F-0C9265B8D101}" type="slidenum">
              <a:rPr lang="en-US" altLang="zh-CN" sz="1200">
                <a:effectLst>
                  <a:outerShdw blurRad="38100" dist="38100" dir="2700000" algn="tl">
                    <a:srgbClr val="C0C0C0"/>
                  </a:outerShdw>
                </a:effectLst>
                <a:latin typeface="Verdana" panose="020B0804030504040204" pitchFamily="34" charset="0"/>
              </a:rPr>
              <a:t>25</a:t>
            </a:fld>
            <a:endParaRPr lang="en-US" altLang="zh-CN" sz="1200">
              <a:effectLst>
                <a:outerShdw blurRad="38100" dist="38100" dir="2700000" algn="tl">
                  <a:srgbClr val="C0C0C0"/>
                </a:outerShdw>
              </a:effectLst>
              <a:latin typeface="Verdana" panose="020B0804030504040204" pitchFamily="34" charset="0"/>
            </a:endParaRPr>
          </a:p>
        </p:txBody>
      </p:sp>
      <p:sp>
        <p:nvSpPr>
          <p:cNvPr id="29699" name="Rectangle 2"/>
          <p:cNvSpPr>
            <a:spLocks noGrp="1" noChangeArrowheads="1"/>
          </p:cNvSpPr>
          <p:nvPr>
            <p:ph type="title" idx="4294967295"/>
          </p:nvPr>
        </p:nvSpPr>
        <p:spPr/>
        <p:txBody>
          <a:bodyPr/>
          <a:lstStyle/>
          <a:p>
            <a:pPr eaLnBrk="1" hangingPunct="1"/>
            <a:endParaRPr lang="zh-CN" altLang="zh-CN">
              <a:ea typeface="宋体" pitchFamily="2" charset="-122"/>
            </a:endParaRPr>
          </a:p>
        </p:txBody>
      </p:sp>
      <p:grpSp>
        <p:nvGrpSpPr>
          <p:cNvPr id="29700" name="Group 3"/>
          <p:cNvGrpSpPr/>
          <p:nvPr/>
        </p:nvGrpSpPr>
        <p:grpSpPr bwMode="auto">
          <a:xfrm>
            <a:off x="1981200" y="2819400"/>
            <a:ext cx="5029200" cy="2438400"/>
            <a:chOff x="0" y="0"/>
            <a:chExt cx="1889" cy="1009"/>
          </a:xfrm>
        </p:grpSpPr>
        <p:grpSp>
          <p:nvGrpSpPr>
            <p:cNvPr id="29702" name="Group 4"/>
            <p:cNvGrpSpPr/>
            <p:nvPr/>
          </p:nvGrpSpPr>
          <p:grpSpPr bwMode="auto">
            <a:xfrm>
              <a:off x="0" y="90"/>
              <a:ext cx="1889" cy="919"/>
              <a:chOff x="0" y="0"/>
              <a:chExt cx="1926" cy="937"/>
            </a:xfrm>
          </p:grpSpPr>
          <p:sp>
            <p:nvSpPr>
              <p:cNvPr id="29707" name="Oval 5"/>
              <p:cNvSpPr>
                <a:spLocks noChangeArrowheads="1"/>
              </p:cNvSpPr>
              <p:nvPr/>
            </p:nvSpPr>
            <p:spPr bwMode="auto">
              <a:xfrm>
                <a:off x="21" y="30"/>
                <a:ext cx="1905" cy="907"/>
              </a:xfrm>
              <a:prstGeom prst="ellipse">
                <a:avLst/>
              </a:prstGeom>
              <a:gradFill rotWithShape="1">
                <a:gsLst>
                  <a:gs pos="0">
                    <a:schemeClr val="hlink"/>
                  </a:gs>
                  <a:gs pos="100000">
                    <a:srgbClr val="4A4A7C"/>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29708" name="Oval 6"/>
              <p:cNvSpPr>
                <a:spLocks noChangeArrowheads="1"/>
              </p:cNvSpPr>
              <p:nvPr/>
            </p:nvSpPr>
            <p:spPr bwMode="auto">
              <a:xfrm>
                <a:off x="0" y="0"/>
                <a:ext cx="1905" cy="907"/>
              </a:xfrm>
              <a:prstGeom prst="ellipse">
                <a:avLst/>
              </a:prstGeom>
              <a:gradFill rotWithShape="1">
                <a:gsLst>
                  <a:gs pos="0">
                    <a:srgbClr val="D2D2FF"/>
                  </a:gs>
                  <a:gs pos="100000">
                    <a:schemeClr val="hlink"/>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29703" name="Oval 7"/>
            <p:cNvSpPr>
              <a:spLocks noChangeArrowheads="1"/>
            </p:cNvSpPr>
            <p:nvPr/>
          </p:nvSpPr>
          <p:spPr bwMode="auto">
            <a:xfrm>
              <a:off x="89" y="0"/>
              <a:ext cx="1691" cy="845"/>
            </a:xfrm>
            <a:prstGeom prst="ellipse">
              <a:avLst/>
            </a:prstGeom>
            <a:gradFill rotWithShape="1">
              <a:gsLst>
                <a:gs pos="0">
                  <a:srgbClr val="37556B"/>
                </a:gs>
                <a:gs pos="100000">
                  <a:schemeClr val="accent1"/>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29704" name="Oval 8"/>
            <p:cNvSpPr>
              <a:spLocks noChangeArrowheads="1"/>
            </p:cNvSpPr>
            <p:nvPr/>
          </p:nvSpPr>
          <p:spPr bwMode="auto">
            <a:xfrm>
              <a:off x="111" y="5"/>
              <a:ext cx="1650" cy="824"/>
            </a:xfrm>
            <a:prstGeom prst="ellipse">
              <a:avLst/>
            </a:prstGeom>
            <a:gradFill rotWithShape="1">
              <a:gsLst>
                <a:gs pos="0">
                  <a:schemeClr val="accent1">
                    <a:alpha val="0"/>
                  </a:schemeClr>
                </a:gs>
                <a:gs pos="100000">
                  <a:srgbClr val="D0E6F7"/>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29705" name="Oval 9"/>
            <p:cNvSpPr>
              <a:spLocks noChangeArrowheads="1"/>
            </p:cNvSpPr>
            <p:nvPr/>
          </p:nvSpPr>
          <p:spPr bwMode="auto">
            <a:xfrm>
              <a:off x="128" y="13"/>
              <a:ext cx="1570" cy="770"/>
            </a:xfrm>
            <a:prstGeom prst="ellipse">
              <a:avLst/>
            </a:prstGeom>
            <a:gradFill rotWithShape="1">
              <a:gsLst>
                <a:gs pos="0">
                  <a:srgbClr val="5E91B7"/>
                </a:gs>
                <a:gs pos="100000">
                  <a:schemeClr val="accent1">
                    <a:alpha val="48000"/>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29706" name="Oval 10"/>
            <p:cNvSpPr>
              <a:spLocks noChangeArrowheads="1"/>
            </p:cNvSpPr>
            <p:nvPr/>
          </p:nvSpPr>
          <p:spPr bwMode="auto">
            <a:xfrm>
              <a:off x="211" y="30"/>
              <a:ext cx="1382" cy="624"/>
            </a:xfrm>
            <a:prstGeom prst="ellipse">
              <a:avLst/>
            </a:prstGeom>
            <a:gradFill rotWithShape="1">
              <a:gsLst>
                <a:gs pos="0">
                  <a:srgbClr val="FFFFFF"/>
                </a:gs>
                <a:gs pos="100000">
                  <a:schemeClr val="accent1">
                    <a:alpha val="37999"/>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29701" name="Rectangle 11"/>
          <p:cNvSpPr>
            <a:spLocks noGrp="1" noChangeArrowheads="1"/>
          </p:cNvSpPr>
          <p:nvPr>
            <p:ph type="body" idx="4294967295"/>
          </p:nvPr>
        </p:nvSpPr>
        <p:spPr>
          <a:xfrm>
            <a:off x="2743200" y="3505200"/>
            <a:ext cx="3429000" cy="228600"/>
          </a:xfrm>
        </p:spPr>
        <p:txBody>
          <a:bodyPr/>
          <a:lstStyle/>
          <a:p>
            <a:pPr eaLnBrk="1" hangingPunct="1">
              <a:lnSpc>
                <a:spcPct val="80000"/>
              </a:lnSpc>
            </a:pPr>
            <a:r>
              <a:rPr lang="zh-CN" altLang="en-US" sz="3600" b="1" dirty="0">
                <a:ea typeface="宋体" pitchFamily="2" charset="-122"/>
              </a:rPr>
              <a:t>运算</a:t>
            </a:r>
            <a:endParaRPr lang="en-US" altLang="zh-CN" sz="3600" b="1" dirty="0">
              <a:ea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E5C5251-7699-4CCD-B9CC-D401BBD06041}" type="slidenum">
              <a:rPr lang="en-US" altLang="zh-CN" sz="1200">
                <a:effectLst>
                  <a:outerShdw blurRad="38100" dist="38100" dir="2700000" algn="tl">
                    <a:srgbClr val="C0C0C0"/>
                  </a:outerShdw>
                </a:effectLst>
                <a:latin typeface="Verdana" panose="020B0804030504040204" pitchFamily="34" charset="0"/>
              </a:rPr>
              <a:t>26</a:t>
            </a:fld>
            <a:endParaRPr lang="en-US" altLang="zh-CN" sz="1200">
              <a:effectLst>
                <a:outerShdw blurRad="38100" dist="38100" dir="2700000" algn="tl">
                  <a:srgbClr val="C0C0C0"/>
                </a:outerShdw>
              </a:effectLst>
              <a:latin typeface="Verdana" panose="020B0804030504040204" pitchFamily="34" charset="0"/>
            </a:endParaRPr>
          </a:p>
        </p:txBody>
      </p:sp>
      <p:sp>
        <p:nvSpPr>
          <p:cNvPr id="30723" name="Rectangle 2"/>
          <p:cNvSpPr>
            <a:spLocks noGrp="1" noChangeArrowheads="1"/>
          </p:cNvSpPr>
          <p:nvPr>
            <p:ph type="title" idx="4294967295"/>
          </p:nvPr>
        </p:nvSpPr>
        <p:spPr/>
        <p:txBody>
          <a:bodyPr/>
          <a:lstStyle/>
          <a:p>
            <a:pPr eaLnBrk="1" hangingPunct="1"/>
            <a:r>
              <a:rPr lang="zh-CN" altLang="en-US" dirty="0">
                <a:ea typeface="宋体" pitchFamily="2" charset="-122"/>
              </a:rPr>
              <a:t>蕴含</a:t>
            </a:r>
            <a:r>
              <a:rPr lang="en-US" altLang="zh-CN" dirty="0" err="1">
                <a:ea typeface="宋体" pitchFamily="2" charset="-122"/>
              </a:rPr>
              <a:t>运算符</a:t>
            </a:r>
            <a:endParaRPr lang="en-US" altLang="zh-CN" dirty="0">
              <a:ea typeface="宋体" pitchFamily="2" charset="-122"/>
            </a:endParaRPr>
          </a:p>
        </p:txBody>
      </p:sp>
      <p:sp>
        <p:nvSpPr>
          <p:cNvPr id="30724" name="Rectangle 3"/>
          <p:cNvSpPr>
            <a:spLocks noGrp="1" noChangeArrowheads="1"/>
          </p:cNvSpPr>
          <p:nvPr>
            <p:ph type="body" idx="4294967295"/>
          </p:nvPr>
        </p:nvSpPr>
        <p:spPr>
          <a:xfrm>
            <a:off x="485775" y="2009775"/>
            <a:ext cx="8229600" cy="4143375"/>
          </a:xfrm>
        </p:spPr>
        <p:txBody>
          <a:bodyPr/>
          <a:lstStyle/>
          <a:p>
            <a:pPr eaLnBrk="1" hangingPunct="1">
              <a:buFont typeface="Wingdings" panose="05000000000000000000" pitchFamily="2" charset="2"/>
              <a:buNone/>
            </a:pPr>
            <a:r>
              <a:rPr lang="zh-CN" altLang="en-US" i="1" dirty="0">
                <a:ea typeface="宋体" pitchFamily="2" charset="-122"/>
              </a:rPr>
              <a:t>蕴含</a:t>
            </a:r>
            <a:r>
              <a:rPr lang="en-US" altLang="zh-CN" i="1" dirty="0">
                <a:ea typeface="宋体" pitchFamily="2" charset="-122"/>
              </a:rPr>
              <a:t> p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q </a:t>
            </a:r>
            <a:r>
              <a:rPr lang="en-US" altLang="zh-CN" dirty="0" err="1">
                <a:ea typeface="宋体" pitchFamily="2" charset="-122"/>
                <a:sym typeface="Symbol" panose="05050102010706020507" pitchFamily="18" charset="2"/>
              </a:rPr>
              <a:t>表示</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p </a:t>
            </a:r>
            <a:r>
              <a:rPr lang="en-US" altLang="zh-CN" dirty="0" err="1">
                <a:ea typeface="宋体" pitchFamily="2" charset="-122"/>
                <a:sym typeface="Symbol" panose="05050102010706020507" pitchFamily="18" charset="2"/>
              </a:rPr>
              <a:t>蕴涵</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q。</a:t>
            </a:r>
          </a:p>
          <a:p>
            <a:pPr eaLnBrk="1" hangingPunct="1">
              <a:buFont typeface="Wingdings" panose="05000000000000000000" pitchFamily="2" charset="2"/>
              <a:buNone/>
            </a:pPr>
            <a:r>
              <a:rPr lang="en-US" altLang="zh-CN" dirty="0" err="1">
                <a:solidFill>
                  <a:srgbClr val="000000"/>
                </a:solidFill>
                <a:ea typeface="宋体" pitchFamily="2" charset="-122"/>
                <a:sym typeface="Symbol" panose="05050102010706020507" pitchFamily="18" charset="2"/>
              </a:rPr>
              <a:t>也就是说，如果</a:t>
            </a:r>
            <a:r>
              <a:rPr lang="en-US" altLang="zh-CN" dirty="0">
                <a:solidFill>
                  <a:srgbClr val="000000"/>
                </a:solidFill>
                <a:ea typeface="宋体" pitchFamily="2" charset="-122"/>
                <a:sym typeface="Symbol" panose="05050102010706020507" pitchFamily="18" charset="2"/>
              </a:rPr>
              <a:t> </a:t>
            </a:r>
            <a:r>
              <a:rPr lang="en-US" altLang="zh-CN" i="1" dirty="0">
                <a:solidFill>
                  <a:srgbClr val="000000"/>
                </a:solidFill>
                <a:ea typeface="宋体" pitchFamily="2" charset="-122"/>
                <a:sym typeface="Symbol" panose="05050102010706020507" pitchFamily="18" charset="2"/>
              </a:rPr>
              <a:t>p </a:t>
            </a:r>
            <a:r>
              <a:rPr lang="en-US" altLang="zh-CN" dirty="0" err="1">
                <a:solidFill>
                  <a:srgbClr val="000000"/>
                </a:solidFill>
                <a:ea typeface="宋体" pitchFamily="2" charset="-122"/>
                <a:sym typeface="Symbol" panose="05050102010706020507" pitchFamily="18" charset="2"/>
              </a:rPr>
              <a:t>是真的，那么</a:t>
            </a:r>
            <a:r>
              <a:rPr lang="en-US" altLang="zh-CN" dirty="0">
                <a:solidFill>
                  <a:srgbClr val="000000"/>
                </a:solidFill>
                <a:ea typeface="宋体" pitchFamily="2" charset="-122"/>
                <a:sym typeface="Symbol" panose="05050102010706020507" pitchFamily="18" charset="2"/>
              </a:rPr>
              <a:t> </a:t>
            </a:r>
            <a:r>
              <a:rPr lang="en-US" altLang="zh-CN" i="1" dirty="0">
                <a:solidFill>
                  <a:srgbClr val="000000"/>
                </a:solidFill>
                <a:ea typeface="宋体" pitchFamily="2" charset="-122"/>
                <a:sym typeface="Symbol" panose="05050102010706020507" pitchFamily="18" charset="2"/>
              </a:rPr>
              <a:t>q </a:t>
            </a:r>
            <a:r>
              <a:rPr lang="en-US" altLang="zh-CN" dirty="0" err="1">
                <a:solidFill>
                  <a:srgbClr val="000000"/>
                </a:solidFill>
                <a:ea typeface="宋体" pitchFamily="2" charset="-122"/>
                <a:sym typeface="Symbol" panose="05050102010706020507" pitchFamily="18" charset="2"/>
              </a:rPr>
              <a:t>就是真的；但如果</a:t>
            </a:r>
            <a:r>
              <a:rPr lang="en-US" altLang="zh-CN" dirty="0">
                <a:solidFill>
                  <a:srgbClr val="000000"/>
                </a:solidFill>
                <a:ea typeface="宋体" pitchFamily="2" charset="-122"/>
                <a:sym typeface="Symbol" panose="05050102010706020507" pitchFamily="18" charset="2"/>
              </a:rPr>
              <a:t> </a:t>
            </a:r>
            <a:r>
              <a:rPr lang="en-US" altLang="zh-CN" i="1" dirty="0">
                <a:solidFill>
                  <a:srgbClr val="000000"/>
                </a:solidFill>
                <a:ea typeface="宋体" pitchFamily="2" charset="-122"/>
                <a:sym typeface="Symbol" panose="05050102010706020507" pitchFamily="18" charset="2"/>
              </a:rPr>
              <a:t>p </a:t>
            </a:r>
            <a:r>
              <a:rPr lang="en-US" altLang="zh-CN" dirty="0" err="1">
                <a:solidFill>
                  <a:srgbClr val="000000"/>
                </a:solidFill>
                <a:ea typeface="宋体" pitchFamily="2" charset="-122"/>
                <a:sym typeface="Symbol" panose="05050102010706020507" pitchFamily="18" charset="2"/>
              </a:rPr>
              <a:t>不是真的，那么</a:t>
            </a:r>
            <a:r>
              <a:rPr lang="en-US" altLang="zh-CN" dirty="0">
                <a:solidFill>
                  <a:srgbClr val="000000"/>
                </a:solidFill>
                <a:ea typeface="宋体" pitchFamily="2" charset="-122"/>
                <a:sym typeface="Symbol" panose="05050102010706020507" pitchFamily="18" charset="2"/>
              </a:rPr>
              <a:t> </a:t>
            </a:r>
            <a:r>
              <a:rPr lang="en-US" altLang="zh-CN" i="1" dirty="0">
                <a:solidFill>
                  <a:srgbClr val="000000"/>
                </a:solidFill>
                <a:ea typeface="宋体" pitchFamily="2" charset="-122"/>
                <a:sym typeface="Symbol" panose="05050102010706020507" pitchFamily="18" charset="2"/>
              </a:rPr>
              <a:t>q </a:t>
            </a:r>
            <a:r>
              <a:rPr lang="en-US" altLang="zh-CN" dirty="0" err="1">
                <a:solidFill>
                  <a:srgbClr val="000000"/>
                </a:solidFill>
                <a:ea typeface="宋体" pitchFamily="2" charset="-122"/>
                <a:sym typeface="Symbol" panose="05050102010706020507" pitchFamily="18" charset="2"/>
              </a:rPr>
              <a:t>可能是真的，也可能是假的</a:t>
            </a:r>
            <a:r>
              <a:rPr lang="en-US" altLang="zh-CN" dirty="0">
                <a:solidFill>
                  <a:srgbClr val="000000"/>
                </a:solidFill>
                <a:ea typeface="宋体" pitchFamily="2" charset="-122"/>
                <a:sym typeface="Symbol" panose="05050102010706020507" pitchFamily="18" charset="2"/>
              </a:rPr>
              <a:t>。</a:t>
            </a:r>
          </a:p>
          <a:p>
            <a:pPr eaLnBrk="1" hangingPunct="1">
              <a:buFont typeface="Wingdings" panose="05000000000000000000" pitchFamily="2" charset="2"/>
              <a:buNone/>
            </a:pPr>
            <a:r>
              <a:rPr lang="en-US" altLang="zh-CN" i="1" dirty="0" err="1">
                <a:solidFill>
                  <a:srgbClr val="006600"/>
                </a:solidFill>
                <a:ea typeface="宋体" pitchFamily="2" charset="-122"/>
                <a:sym typeface="Symbol" panose="05050102010706020507" pitchFamily="18" charset="2"/>
              </a:rPr>
              <a:t>例如</a:t>
            </a:r>
            <a:r>
              <a:rPr lang="en-US" altLang="zh-CN" dirty="0" err="1">
                <a:solidFill>
                  <a:srgbClr val="006600"/>
                </a:solidFill>
                <a:ea typeface="宋体" pitchFamily="2" charset="-122"/>
                <a:sym typeface="Symbol" panose="05050102010706020507" pitchFamily="18" charset="2"/>
              </a:rPr>
              <a:t>，让</a:t>
            </a:r>
            <a:r>
              <a:rPr lang="en-US" altLang="zh-CN" dirty="0">
                <a:solidFill>
                  <a:srgbClr val="006600"/>
                </a:solidFill>
                <a:ea typeface="宋体" pitchFamily="2" charset="-122"/>
                <a:sym typeface="Symbol" panose="05050102010706020507" pitchFamily="18" charset="2"/>
              </a:rPr>
              <a:t> </a:t>
            </a:r>
            <a:r>
              <a:rPr lang="en-US" altLang="zh-CN" i="1" dirty="0">
                <a:solidFill>
                  <a:srgbClr val="006600"/>
                </a:solidFill>
                <a:ea typeface="宋体" pitchFamily="2" charset="-122"/>
                <a:sym typeface="Symbol" panose="05050102010706020507" pitchFamily="18" charset="2"/>
              </a:rPr>
              <a:t>p </a:t>
            </a:r>
            <a:r>
              <a:rPr lang="en-US" altLang="zh-CN" dirty="0">
                <a:solidFill>
                  <a:srgbClr val="006600"/>
                </a:solidFill>
                <a:ea typeface="宋体" pitchFamily="2" charset="-122"/>
                <a:sym typeface="Symbol" panose="05050102010706020507" pitchFamily="18" charset="2"/>
              </a:rPr>
              <a:t>= </a:t>
            </a:r>
            <a:r>
              <a:rPr lang="en-US" altLang="zh-CN" dirty="0">
                <a:solidFill>
                  <a:srgbClr val="006600"/>
                </a:solidFill>
                <a:latin typeface="Times New Roman" panose="02020503050405090304" pitchFamily="18" charset="0"/>
                <a:ea typeface="宋体" pitchFamily="2" charset="-122"/>
                <a:sym typeface="Symbol" panose="05050102010706020507" pitchFamily="18" charset="2"/>
              </a:rPr>
              <a:t>"</a:t>
            </a:r>
            <a:r>
              <a:rPr lang="en-US" altLang="zh-CN" dirty="0" err="1">
                <a:solidFill>
                  <a:srgbClr val="006600"/>
                </a:solidFill>
                <a:ea typeface="宋体" pitchFamily="2" charset="-122"/>
                <a:sym typeface="Symbol" panose="05050102010706020507" pitchFamily="18" charset="2"/>
              </a:rPr>
              <a:t>你学习很努力</a:t>
            </a:r>
            <a:r>
              <a:rPr lang="en-US" altLang="zh-CN" dirty="0">
                <a:solidFill>
                  <a:srgbClr val="0066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6600"/>
                </a:solidFill>
                <a:ea typeface="宋体" pitchFamily="2" charset="-122"/>
                <a:sym typeface="Symbol" panose="05050102010706020507" pitchFamily="18" charset="2"/>
              </a:rPr>
              <a:t>。</a:t>
            </a:r>
            <a:br>
              <a:rPr lang="en-US" altLang="zh-CN" dirty="0">
                <a:solidFill>
                  <a:srgbClr val="006600"/>
                </a:solidFill>
                <a:ea typeface="宋体" pitchFamily="2" charset="-122"/>
                <a:sym typeface="Symbol" panose="05050102010706020507" pitchFamily="18" charset="2"/>
              </a:rPr>
            </a:br>
            <a:r>
              <a:rPr lang="en-US" altLang="zh-CN" i="1" dirty="0">
                <a:solidFill>
                  <a:srgbClr val="006600"/>
                </a:solidFill>
                <a:ea typeface="宋体" pitchFamily="2" charset="-122"/>
                <a:sym typeface="Symbol" panose="05050102010706020507" pitchFamily="18" charset="2"/>
              </a:rPr>
              <a:t>          q </a:t>
            </a:r>
            <a:r>
              <a:rPr lang="en-US" altLang="zh-CN" dirty="0">
                <a:solidFill>
                  <a:srgbClr val="006600"/>
                </a:solidFill>
                <a:ea typeface="宋体" pitchFamily="2" charset="-122"/>
                <a:sym typeface="Symbol" panose="05050102010706020507" pitchFamily="18" charset="2"/>
              </a:rPr>
              <a:t>= </a:t>
            </a:r>
            <a:r>
              <a:rPr lang="en-US" altLang="zh-CN" dirty="0">
                <a:solidFill>
                  <a:srgbClr val="006600"/>
                </a:solidFill>
                <a:latin typeface="Times New Roman" panose="02020503050405090304" pitchFamily="18" charset="0"/>
                <a:ea typeface="宋体" pitchFamily="2" charset="-122"/>
                <a:sym typeface="Symbol" panose="05050102010706020507" pitchFamily="18" charset="2"/>
              </a:rPr>
              <a:t>"</a:t>
            </a:r>
            <a:r>
              <a:rPr lang="en-US" altLang="zh-CN" dirty="0" err="1">
                <a:solidFill>
                  <a:srgbClr val="006600"/>
                </a:solidFill>
                <a:ea typeface="宋体" pitchFamily="2" charset="-122"/>
                <a:sym typeface="Symbol" panose="05050102010706020507" pitchFamily="18" charset="2"/>
              </a:rPr>
              <a:t>你会取得好成绩</a:t>
            </a:r>
            <a:r>
              <a:rPr lang="en-US" altLang="zh-CN" dirty="0">
                <a:solidFill>
                  <a:srgbClr val="0066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006600"/>
                </a:solidFill>
                <a:ea typeface="宋体" pitchFamily="2" charset="-122"/>
                <a:sym typeface="Symbol" panose="05050102010706020507" pitchFamily="18" charset="2"/>
              </a:rPr>
              <a:t>。</a:t>
            </a:r>
          </a:p>
          <a:p>
            <a:pPr eaLnBrk="1" hangingPunct="1">
              <a:buFont typeface="Wingdings" panose="05000000000000000000" pitchFamily="2" charset="2"/>
              <a:buNone/>
            </a:pPr>
            <a:r>
              <a:rPr lang="en-US" altLang="zh-CN" i="1" dirty="0">
                <a:solidFill>
                  <a:srgbClr val="FF0000"/>
                </a:solidFill>
                <a:ea typeface="宋体" pitchFamily="2" charset="-122"/>
              </a:rPr>
              <a:t>p </a:t>
            </a:r>
            <a:r>
              <a:rPr lang="en-US" altLang="zh-CN" dirty="0">
                <a:solidFill>
                  <a:srgbClr val="FF0000"/>
                </a:solidFill>
                <a:ea typeface="宋体" pitchFamily="2" charset="-122"/>
                <a:sym typeface="Symbol" panose="05050102010706020507" pitchFamily="18" charset="2"/>
              </a:rPr>
              <a:t> </a:t>
            </a:r>
            <a:r>
              <a:rPr lang="en-US" altLang="zh-CN" i="1" dirty="0">
                <a:solidFill>
                  <a:srgbClr val="FF0000"/>
                </a:solidFill>
                <a:ea typeface="宋体" pitchFamily="2" charset="-122"/>
                <a:sym typeface="Symbol" panose="05050102010706020507" pitchFamily="18" charset="2"/>
              </a:rPr>
              <a:t>q = </a:t>
            </a:r>
            <a:r>
              <a:rPr lang="en-US" altLang="zh-CN" dirty="0">
                <a:solidFill>
                  <a:srgbClr val="FF0000"/>
                </a:solidFill>
                <a:latin typeface="Times New Roman" panose="02020503050405090304" pitchFamily="18" charset="0"/>
                <a:ea typeface="宋体" pitchFamily="2" charset="-122"/>
                <a:sym typeface="Symbol" panose="05050102010706020507" pitchFamily="18" charset="2"/>
              </a:rPr>
              <a:t>"</a:t>
            </a:r>
            <a:r>
              <a:rPr lang="en-US" altLang="zh-CN" dirty="0" err="1">
                <a:solidFill>
                  <a:srgbClr val="FF0000"/>
                </a:solidFill>
                <a:ea typeface="宋体" pitchFamily="2" charset="-122"/>
                <a:sym typeface="Symbol" panose="05050102010706020507" pitchFamily="18" charset="2"/>
              </a:rPr>
              <a:t>如果你努力学习，那么你就会取得好成绩</a:t>
            </a:r>
            <a:r>
              <a:rPr lang="en-US" altLang="zh-CN" dirty="0">
                <a:solidFill>
                  <a:srgbClr val="FF0000"/>
                </a:solidFill>
                <a:latin typeface="Times New Roman" panose="02020503050405090304" pitchFamily="18" charset="0"/>
                <a:ea typeface="宋体" pitchFamily="2" charset="-122"/>
                <a:sym typeface="Symbol" panose="05050102010706020507" pitchFamily="18" charset="2"/>
              </a:rPr>
              <a:t>"</a:t>
            </a:r>
            <a:r>
              <a:rPr lang="en-US" altLang="zh-CN" dirty="0">
                <a:solidFill>
                  <a:srgbClr val="FF0000"/>
                </a:solidFill>
                <a:ea typeface="宋体" pitchFamily="2" charset="-122"/>
                <a:sym typeface="Symbol" panose="05050102010706020507" pitchFamily="18" charset="2"/>
              </a:rPr>
              <a:t>。</a:t>
            </a:r>
            <a:endParaRPr lang="en-US" altLang="zh-CN" i="1" dirty="0">
              <a:solidFill>
                <a:srgbClr val="FF0000"/>
              </a:solidFill>
              <a:ea typeface="宋体" pitchFamily="2" charset="-122"/>
              <a:sym typeface="Symbol" panose="05050102010706020507" pitchFamily="18" charset="2"/>
            </a:endParaRPr>
          </a:p>
        </p:txBody>
      </p:sp>
      <p:sp>
        <p:nvSpPr>
          <p:cNvPr id="30725" name="Text Box 5"/>
          <p:cNvSpPr txBox="1">
            <a:spLocks noChangeArrowheads="1"/>
          </p:cNvSpPr>
          <p:nvPr/>
        </p:nvSpPr>
        <p:spPr bwMode="auto">
          <a:xfrm>
            <a:off x="1219288" y="1524000"/>
            <a:ext cx="874746" cy="457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err="1">
                <a:latin typeface="Times New Roman" panose="02020503050405090304" pitchFamily="18" charset="0"/>
              </a:rPr>
              <a:t>先例</a:t>
            </a:r>
            <a:endParaRPr lang="en-US" altLang="zh-CN" sz="2400" dirty="0">
              <a:latin typeface="Times New Roman" panose="02020503050405090304" pitchFamily="18" charset="0"/>
            </a:endParaRPr>
          </a:p>
        </p:txBody>
      </p:sp>
      <p:sp>
        <p:nvSpPr>
          <p:cNvPr id="30726" name="AutoShape 6"/>
          <p:cNvSpPr/>
          <p:nvPr/>
        </p:nvSpPr>
        <p:spPr bwMode="auto">
          <a:xfrm rot="5400000">
            <a:off x="1542361" y="1905000"/>
            <a:ext cx="228600" cy="304800"/>
          </a:xfrm>
          <a:prstGeom prst="leftBrace">
            <a:avLst>
              <a:gd name="adj1" fmla="val 1109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30727" name="Text Box 7"/>
          <p:cNvSpPr txBox="1">
            <a:spLocks noChangeArrowheads="1"/>
          </p:cNvSpPr>
          <p:nvPr/>
        </p:nvSpPr>
        <p:spPr bwMode="auto">
          <a:xfrm>
            <a:off x="2194774" y="1524000"/>
            <a:ext cx="929426" cy="46166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a:spcBef>
                <a:spcPct val="0"/>
              </a:spcBef>
              <a:buClrTx/>
              <a:buFontTx/>
              <a:buNone/>
            </a:pPr>
            <a:r>
              <a:rPr lang="en-US" altLang="zh-CN" sz="2400" dirty="0" err="1">
                <a:latin typeface="Times New Roman" panose="02020503050405090304" pitchFamily="18" charset="0"/>
              </a:rPr>
              <a:t>结果</a:t>
            </a:r>
            <a:endParaRPr lang="en-US" altLang="zh-CN" sz="2400" dirty="0">
              <a:latin typeface="Times New Roman" panose="02020503050405090304" pitchFamily="18" charset="0"/>
            </a:endParaRPr>
          </a:p>
        </p:txBody>
      </p:sp>
      <p:sp>
        <p:nvSpPr>
          <p:cNvPr id="30728" name="AutoShape 8"/>
          <p:cNvSpPr/>
          <p:nvPr/>
        </p:nvSpPr>
        <p:spPr bwMode="auto">
          <a:xfrm rot="5400000">
            <a:off x="2400358" y="1905000"/>
            <a:ext cx="228600" cy="304800"/>
          </a:xfrm>
          <a:prstGeom prst="leftBrace">
            <a:avLst>
              <a:gd name="adj1" fmla="val 1109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D4ABCE3B-F670-4521-AB93-559AA436CDF9}" type="slidenum">
              <a:rPr lang="en-US" altLang="zh-CN" sz="1200">
                <a:effectLst>
                  <a:outerShdw blurRad="38100" dist="38100" dir="2700000" algn="tl">
                    <a:srgbClr val="C0C0C0"/>
                  </a:outerShdw>
                </a:effectLst>
                <a:latin typeface="Verdana" panose="020B0804030504040204" pitchFamily="34" charset="0"/>
              </a:rPr>
              <a:t>27</a:t>
            </a:fld>
            <a:endParaRPr lang="en-US" altLang="zh-CN" sz="1200">
              <a:effectLst>
                <a:outerShdw blurRad="38100" dist="38100" dir="2700000" algn="tl">
                  <a:srgbClr val="C0C0C0"/>
                </a:outerShdw>
              </a:effectLst>
              <a:latin typeface="Verdana" panose="020B0804030504040204" pitchFamily="34" charset="0"/>
            </a:endParaRPr>
          </a:p>
        </p:txBody>
      </p:sp>
      <p:sp>
        <p:nvSpPr>
          <p:cNvPr id="32771" name="Rectangle 2"/>
          <p:cNvSpPr>
            <a:spLocks noGrp="1" noChangeArrowheads="1"/>
          </p:cNvSpPr>
          <p:nvPr>
            <p:ph type="title" idx="4294967295"/>
          </p:nvPr>
        </p:nvSpPr>
        <p:spPr/>
        <p:txBody>
          <a:bodyPr/>
          <a:lstStyle/>
          <a:p>
            <a:pPr eaLnBrk="1" hangingPunct="1"/>
            <a:r>
              <a:rPr lang="zh-CN" altLang="en-US" dirty="0">
                <a:ea typeface="宋体" pitchFamily="2" charset="-122"/>
              </a:rPr>
              <a:t>蕴含</a:t>
            </a:r>
            <a:r>
              <a:rPr lang="en-US" altLang="zh-CN" dirty="0" err="1">
                <a:ea typeface="宋体" pitchFamily="2" charset="-122"/>
              </a:rPr>
              <a:t>真值表</a:t>
            </a:r>
            <a:endParaRPr lang="en-US" altLang="zh-CN" dirty="0">
              <a:ea typeface="宋体" pitchFamily="2" charset="-122"/>
            </a:endParaRPr>
          </a:p>
        </p:txBody>
      </p:sp>
      <p:sp>
        <p:nvSpPr>
          <p:cNvPr id="32772" name="Rectangle 3"/>
          <p:cNvSpPr>
            <a:spLocks noGrp="1" noChangeArrowheads="1"/>
          </p:cNvSpPr>
          <p:nvPr>
            <p:ph type="body" idx="4294967295"/>
          </p:nvPr>
        </p:nvSpPr>
        <p:spPr/>
        <p:txBody>
          <a:bodyPr/>
          <a:lstStyle/>
          <a:p>
            <a:pPr eaLnBrk="1" hangingPunct="1"/>
            <a:r>
              <a:rPr lang="en-US" altLang="zh-CN" i="1" dirty="0">
                <a:ea typeface="宋体" pitchFamily="2" charset="-122"/>
              </a:rPr>
              <a:t>p </a:t>
            </a:r>
            <a:r>
              <a:rPr lang="en-US" altLang="zh-CN" dirty="0">
                <a:ea typeface="宋体" pitchFamily="2" charset="-122"/>
                <a:sym typeface="Symbol" panose="05050102010706020507" pitchFamily="18" charset="2"/>
              </a:rPr>
              <a:t> </a:t>
            </a:r>
            <a:r>
              <a:rPr lang="en-US" altLang="zh-CN" i="1" dirty="0">
                <a:ea typeface="宋体" pitchFamily="2" charset="-122"/>
              </a:rPr>
              <a:t>q </a:t>
            </a:r>
            <a:r>
              <a:rPr lang="en-US" altLang="zh-CN" dirty="0" err="1">
                <a:ea typeface="宋体" pitchFamily="2" charset="-122"/>
              </a:rPr>
              <a:t>是</a:t>
            </a:r>
            <a:r>
              <a:rPr lang="en-US" altLang="zh-CN" b="1" dirty="0" err="1">
                <a:ea typeface="宋体" pitchFamily="2" charset="-122"/>
              </a:rPr>
              <a:t>假的</a:t>
            </a:r>
            <a:r>
              <a:rPr lang="en-US" altLang="zh-CN" dirty="0">
                <a:ea typeface="宋体" pitchFamily="2" charset="-122"/>
              </a:rPr>
              <a:t>，</a:t>
            </a:r>
            <a:r>
              <a:rPr lang="zh-CN" altLang="en-US" u="sng" dirty="0">
                <a:ea typeface="宋体" pitchFamily="2" charset="-122"/>
              </a:rPr>
              <a:t>当且仅当</a:t>
            </a:r>
            <a:br>
              <a:rPr lang="en-US" altLang="zh-CN" dirty="0">
                <a:ea typeface="宋体" pitchFamily="2" charset="-122"/>
              </a:rPr>
            </a:br>
            <a:r>
              <a:rPr lang="en-US" altLang="zh-CN" i="1" dirty="0">
                <a:ea typeface="宋体" pitchFamily="2" charset="-122"/>
              </a:rPr>
              <a:t>(p </a:t>
            </a:r>
            <a:r>
              <a:rPr lang="en-US" altLang="zh-CN" dirty="0" err="1">
                <a:ea typeface="宋体" pitchFamily="2" charset="-122"/>
              </a:rPr>
              <a:t>为真但</a:t>
            </a:r>
            <a:r>
              <a:rPr lang="en-US" altLang="zh-CN" dirty="0">
                <a:ea typeface="宋体" pitchFamily="2" charset="-122"/>
              </a:rPr>
              <a:t> </a:t>
            </a:r>
            <a:r>
              <a:rPr lang="en-US" altLang="zh-CN" i="1" dirty="0">
                <a:ea typeface="宋体" pitchFamily="2" charset="-122"/>
              </a:rPr>
              <a:t>q </a:t>
            </a:r>
            <a:r>
              <a:rPr lang="en-US" altLang="zh-CN" dirty="0" err="1">
                <a:ea typeface="宋体" pitchFamily="2" charset="-122"/>
              </a:rPr>
              <a:t>非真</a:t>
            </a:r>
            <a:r>
              <a:rPr lang="en-US" altLang="zh-CN" dirty="0">
                <a:ea typeface="宋体" pitchFamily="2" charset="-122"/>
              </a:rPr>
              <a:t>）。</a:t>
            </a:r>
          </a:p>
          <a:p>
            <a:pPr eaLnBrk="1" hangingPunct="1"/>
            <a:r>
              <a:rPr lang="en-US" altLang="zh-CN" i="1" dirty="0">
                <a:solidFill>
                  <a:srgbClr val="000000"/>
                </a:solidFill>
                <a:ea typeface="宋体" pitchFamily="2" charset="-122"/>
              </a:rPr>
              <a:t>p </a:t>
            </a:r>
            <a:r>
              <a:rPr lang="en-US" altLang="zh-CN" dirty="0">
                <a:solidFill>
                  <a:srgbClr val="000000"/>
                </a:solidFill>
                <a:ea typeface="宋体" pitchFamily="2" charset="-122"/>
                <a:sym typeface="Symbol" panose="05050102010706020507" pitchFamily="18" charset="2"/>
              </a:rPr>
              <a:t> </a:t>
            </a:r>
            <a:r>
              <a:rPr lang="en-US" altLang="zh-CN" i="1" dirty="0">
                <a:solidFill>
                  <a:srgbClr val="000000"/>
                </a:solidFill>
                <a:ea typeface="宋体" pitchFamily="2" charset="-122"/>
              </a:rPr>
              <a:t>q </a:t>
            </a:r>
            <a:r>
              <a:rPr lang="en-US" altLang="zh-CN" b="1" dirty="0" err="1">
                <a:solidFill>
                  <a:srgbClr val="000000"/>
                </a:solidFill>
                <a:ea typeface="宋体" pitchFamily="2" charset="-122"/>
              </a:rPr>
              <a:t>并不</a:t>
            </a:r>
            <a:r>
              <a:rPr lang="en-US" altLang="zh-CN" dirty="0" err="1">
                <a:solidFill>
                  <a:srgbClr val="000000"/>
                </a:solidFill>
                <a:ea typeface="宋体" pitchFamily="2" charset="-122"/>
              </a:rPr>
              <a:t>意味着</a:t>
            </a:r>
            <a:br>
              <a:rPr lang="en-US" altLang="zh-CN" dirty="0">
                <a:solidFill>
                  <a:srgbClr val="000000"/>
                </a:solidFill>
                <a:ea typeface="宋体" pitchFamily="2" charset="-122"/>
              </a:rPr>
            </a:br>
            <a:r>
              <a:rPr lang="en-US" altLang="zh-CN" i="1" dirty="0">
                <a:solidFill>
                  <a:srgbClr val="000000"/>
                </a:solidFill>
                <a:ea typeface="宋体" pitchFamily="2" charset="-122"/>
              </a:rPr>
              <a:t>p </a:t>
            </a:r>
            <a:r>
              <a:rPr lang="en-US" altLang="zh-CN" u="sng" dirty="0" err="1">
                <a:solidFill>
                  <a:srgbClr val="000000"/>
                </a:solidFill>
                <a:ea typeface="宋体" pitchFamily="2" charset="-122"/>
              </a:rPr>
              <a:t>导致</a:t>
            </a:r>
            <a:r>
              <a:rPr lang="en-US" altLang="zh-CN" u="sng" dirty="0">
                <a:solidFill>
                  <a:srgbClr val="000000"/>
                </a:solidFill>
                <a:ea typeface="宋体" pitchFamily="2" charset="-122"/>
              </a:rPr>
              <a:t> </a:t>
            </a:r>
            <a:r>
              <a:rPr lang="en-US" altLang="zh-CN" i="1" dirty="0">
                <a:solidFill>
                  <a:srgbClr val="000000"/>
                </a:solidFill>
                <a:ea typeface="宋体" pitchFamily="2" charset="-122"/>
              </a:rPr>
              <a:t>q</a:t>
            </a:r>
            <a:r>
              <a:rPr lang="en-US" altLang="zh-CN" dirty="0">
                <a:solidFill>
                  <a:srgbClr val="000000"/>
                </a:solidFill>
                <a:ea typeface="宋体" pitchFamily="2" charset="-122"/>
              </a:rPr>
              <a:t>！</a:t>
            </a:r>
          </a:p>
          <a:p>
            <a:pPr eaLnBrk="1" hangingPunct="1"/>
            <a:r>
              <a:rPr lang="en-US" altLang="zh-CN" i="1" dirty="0">
                <a:solidFill>
                  <a:srgbClr val="006600"/>
                </a:solidFill>
                <a:ea typeface="宋体" pitchFamily="2" charset="-122"/>
              </a:rPr>
              <a:t>p </a:t>
            </a:r>
            <a:r>
              <a:rPr lang="en-US" altLang="zh-CN" dirty="0">
                <a:solidFill>
                  <a:srgbClr val="006600"/>
                </a:solidFill>
                <a:ea typeface="宋体" pitchFamily="2" charset="-122"/>
                <a:sym typeface="Symbol" panose="05050102010706020507" pitchFamily="18" charset="2"/>
              </a:rPr>
              <a:t> </a:t>
            </a:r>
            <a:r>
              <a:rPr lang="en-US" altLang="zh-CN" i="1" dirty="0">
                <a:solidFill>
                  <a:srgbClr val="006600"/>
                </a:solidFill>
                <a:ea typeface="宋体" pitchFamily="2" charset="-122"/>
              </a:rPr>
              <a:t>q </a:t>
            </a:r>
            <a:r>
              <a:rPr lang="en-US" altLang="zh-CN" b="1" dirty="0" err="1">
                <a:solidFill>
                  <a:srgbClr val="006600"/>
                </a:solidFill>
                <a:ea typeface="宋体" pitchFamily="2" charset="-122"/>
              </a:rPr>
              <a:t>并不</a:t>
            </a:r>
            <a:r>
              <a:rPr lang="en-US" altLang="zh-CN" dirty="0" err="1">
                <a:solidFill>
                  <a:srgbClr val="006600"/>
                </a:solidFill>
                <a:ea typeface="宋体" pitchFamily="2" charset="-122"/>
              </a:rPr>
              <a:t>要求</a:t>
            </a:r>
            <a:br>
              <a:rPr lang="en-US" altLang="zh-CN" dirty="0">
                <a:solidFill>
                  <a:srgbClr val="006600"/>
                </a:solidFill>
                <a:ea typeface="宋体" pitchFamily="2" charset="-122"/>
              </a:rPr>
            </a:br>
            <a:r>
              <a:rPr lang="en-US" altLang="zh-CN" i="1" dirty="0">
                <a:solidFill>
                  <a:srgbClr val="006600"/>
                </a:solidFill>
                <a:ea typeface="宋体" pitchFamily="2" charset="-122"/>
              </a:rPr>
              <a:t>p </a:t>
            </a:r>
            <a:r>
              <a:rPr lang="en-US" altLang="zh-CN" dirty="0">
                <a:solidFill>
                  <a:srgbClr val="006600"/>
                </a:solidFill>
                <a:ea typeface="宋体" pitchFamily="2" charset="-122"/>
              </a:rPr>
              <a:t>或 </a:t>
            </a:r>
            <a:r>
              <a:rPr lang="en-US" altLang="zh-CN" i="1" dirty="0">
                <a:solidFill>
                  <a:srgbClr val="006600"/>
                </a:solidFill>
                <a:ea typeface="宋体" pitchFamily="2" charset="-122"/>
              </a:rPr>
              <a:t>q </a:t>
            </a:r>
            <a:r>
              <a:rPr lang="en-US" altLang="zh-CN" b="1" u="sng" dirty="0" err="1">
                <a:solidFill>
                  <a:srgbClr val="006600"/>
                </a:solidFill>
                <a:ea typeface="宋体" pitchFamily="2" charset="-122"/>
              </a:rPr>
              <a:t>为真</a:t>
            </a:r>
            <a:r>
              <a:rPr lang="en-US" altLang="zh-CN" dirty="0">
                <a:solidFill>
                  <a:srgbClr val="006600"/>
                </a:solidFill>
                <a:ea typeface="宋体" pitchFamily="2" charset="-122"/>
              </a:rPr>
              <a:t>！</a:t>
            </a:r>
          </a:p>
          <a:p>
            <a:pPr eaLnBrk="1" hangingPunct="1"/>
            <a:r>
              <a:rPr lang="en-US" altLang="zh-CN" i="1" dirty="0" err="1">
                <a:solidFill>
                  <a:srgbClr val="FF0000"/>
                </a:solidFill>
                <a:ea typeface="宋体" pitchFamily="2" charset="-122"/>
              </a:rPr>
              <a:t>例如</a:t>
            </a:r>
            <a:r>
              <a:rPr lang="en-US" altLang="zh-CN" i="1" dirty="0">
                <a:solidFill>
                  <a:srgbClr val="FF0000"/>
                </a:solidFill>
                <a:ea typeface="宋体" pitchFamily="2" charset="-122"/>
              </a:rPr>
              <a:t>，</a:t>
            </a:r>
            <a:r>
              <a:rPr lang="en-US" altLang="zh-CN" dirty="0">
                <a:solidFill>
                  <a:srgbClr val="FF0000"/>
                </a:solidFill>
                <a:latin typeface="Times New Roman" panose="02020503050405090304" pitchFamily="18" charset="0"/>
                <a:ea typeface="宋体" pitchFamily="2" charset="-122"/>
              </a:rPr>
              <a:t>"</a:t>
            </a:r>
            <a:r>
              <a:rPr lang="en-US" altLang="zh-CN" dirty="0">
                <a:solidFill>
                  <a:srgbClr val="FF0000"/>
                </a:solidFill>
                <a:ea typeface="宋体" pitchFamily="2" charset="-122"/>
              </a:rPr>
              <a:t>(1=0) </a:t>
            </a:r>
            <a:r>
              <a:rPr lang="en-US" altLang="zh-CN" dirty="0">
                <a:solidFill>
                  <a:srgbClr val="FF0000"/>
                </a:solidFill>
                <a:ea typeface="宋体" pitchFamily="2" charset="-122"/>
                <a:sym typeface="Symbol" panose="05050102010706020507" pitchFamily="18" charset="2"/>
              </a:rPr>
              <a:t> </a:t>
            </a:r>
            <a:r>
              <a:rPr lang="en-US" altLang="zh-CN" dirty="0" err="1">
                <a:solidFill>
                  <a:srgbClr val="FF0000"/>
                </a:solidFill>
                <a:ea typeface="宋体" pitchFamily="2" charset="-122"/>
                <a:sym typeface="Symbol" panose="05050102010706020507" pitchFamily="18" charset="2"/>
              </a:rPr>
              <a:t>猪会飞</a:t>
            </a:r>
            <a:r>
              <a:rPr lang="en-US" altLang="zh-CN" dirty="0">
                <a:solidFill>
                  <a:srgbClr val="FF0000"/>
                </a:solidFill>
                <a:latin typeface="Times New Roman" panose="02020503050405090304" pitchFamily="18" charset="0"/>
                <a:ea typeface="宋体" pitchFamily="2" charset="-122"/>
                <a:sym typeface="Symbol" panose="05050102010706020507" pitchFamily="18" charset="2"/>
              </a:rPr>
              <a:t> "</a:t>
            </a:r>
            <a:r>
              <a:rPr lang="en-US" altLang="zh-CN" dirty="0" err="1">
                <a:solidFill>
                  <a:srgbClr val="FF0000"/>
                </a:solidFill>
                <a:ea typeface="宋体" pitchFamily="2" charset="-122"/>
                <a:sym typeface="Symbol" panose="05050102010706020507" pitchFamily="18" charset="2"/>
              </a:rPr>
              <a:t>为真</a:t>
            </a:r>
            <a:r>
              <a:rPr lang="en-US" altLang="zh-CN" dirty="0">
                <a:solidFill>
                  <a:srgbClr val="FF0000"/>
                </a:solidFill>
                <a:ea typeface="宋体" pitchFamily="2" charset="-122"/>
                <a:sym typeface="Symbol" panose="05050102010706020507" pitchFamily="18" charset="2"/>
              </a:rPr>
              <a:t>！</a:t>
            </a:r>
          </a:p>
        </p:txBody>
      </p:sp>
      <p:graphicFrame>
        <p:nvGraphicFramePr>
          <p:cNvPr id="32773" name="Object 4"/>
          <p:cNvGraphicFramePr>
            <a:graphicFrameLocks noChangeAspect="1"/>
          </p:cNvGraphicFramePr>
          <p:nvPr/>
        </p:nvGraphicFramePr>
        <p:xfrm>
          <a:off x="5561013" y="2136775"/>
          <a:ext cx="2651125" cy="2832100"/>
        </p:xfrm>
        <a:graphic>
          <a:graphicData uri="http://schemas.openxmlformats.org/presentationml/2006/ole">
            <mc:AlternateContent xmlns:mc="http://schemas.openxmlformats.org/markup-compatibility/2006">
              <mc:Choice xmlns:v="urn:schemas-microsoft-com:vml" Requires="v">
                <p:oleObj r:id="rId3" imgW="2016125" imgH="2145665" progId="Word.Document.8">
                  <p:embed/>
                </p:oleObj>
              </mc:Choice>
              <mc:Fallback>
                <p:oleObj r:id="rId3" imgW="2016125" imgH="2145665"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013" y="2136775"/>
                        <a:ext cx="2651125"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4" name="AutoShape 5"/>
          <p:cNvSpPr/>
          <p:nvPr/>
        </p:nvSpPr>
        <p:spPr bwMode="auto">
          <a:xfrm>
            <a:off x="7772400" y="3810000"/>
            <a:ext cx="228600" cy="457200"/>
          </a:xfrm>
          <a:prstGeom prst="rightBrace">
            <a:avLst>
              <a:gd name="adj1" fmla="val 1663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32775" name="Text Box 6"/>
          <p:cNvSpPr txBox="1">
            <a:spLocks noChangeArrowheads="1"/>
          </p:cNvSpPr>
          <p:nvPr/>
        </p:nvSpPr>
        <p:spPr bwMode="auto">
          <a:xfrm>
            <a:off x="8061325" y="3352800"/>
            <a:ext cx="827088" cy="15525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400">
                <a:latin typeface="Times New Roman" panose="02020503050405090304" pitchFamily="18" charset="0"/>
              </a:rPr>
              <a:t>唯一 </a:t>
            </a:r>
            <a:br>
              <a:rPr lang="en-US" altLang="zh-CN" sz="2400">
                <a:latin typeface="Times New Roman" panose="02020503050405090304" pitchFamily="18" charset="0"/>
              </a:rPr>
            </a:br>
            <a:r>
              <a:rPr lang="en-US" altLang="zh-CN" sz="2400" u="sng">
                <a:latin typeface="Times New Roman" panose="02020503050405090304" pitchFamily="18" charset="0"/>
              </a:rPr>
              <a:t>唯一</a:t>
            </a:r>
            <a:br>
              <a:rPr lang="en-US" altLang="zh-CN" sz="2400">
                <a:latin typeface="Times New Roman" panose="02020503050405090304" pitchFamily="18" charset="0"/>
              </a:rPr>
            </a:br>
            <a:r>
              <a:rPr lang="en-US" altLang="zh-CN" sz="2400">
                <a:latin typeface="Times New Roman" panose="02020503050405090304" pitchFamily="18" charset="0"/>
              </a:rPr>
              <a:t>假</a:t>
            </a:r>
            <a:br>
              <a:rPr lang="en-US" altLang="zh-CN" sz="2400">
                <a:latin typeface="Times New Roman" panose="02020503050405090304" pitchFamily="18" charset="0"/>
              </a:rPr>
            </a:br>
            <a:r>
              <a:rPr lang="en-US" altLang="zh-CN" sz="2400">
                <a:latin typeface="Times New Roman" panose="02020503050405090304" pitchFamily="18" charset="0"/>
              </a:rPr>
              <a:t>情况！</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D1958385-F90C-4C28-8F7B-5441186A9179}" type="slidenum">
              <a:rPr lang="en-US" altLang="zh-CN" sz="1200">
                <a:effectLst>
                  <a:outerShdw blurRad="38100" dist="38100" dir="2700000" algn="tl">
                    <a:srgbClr val="C0C0C0"/>
                  </a:outerShdw>
                </a:effectLst>
                <a:latin typeface="Verdana" panose="020B0804030504040204" pitchFamily="34" charset="0"/>
              </a:rPr>
              <a:t>28</a:t>
            </a:fld>
            <a:endParaRPr lang="en-US" altLang="zh-CN" sz="1200">
              <a:effectLst>
                <a:outerShdw blurRad="38100" dist="38100" dir="2700000" algn="tl">
                  <a:srgbClr val="C0C0C0"/>
                </a:outerShdw>
              </a:effectLst>
              <a:latin typeface="Verdana" panose="020B0804030504040204" pitchFamily="34" charset="0"/>
            </a:endParaRPr>
          </a:p>
        </p:txBody>
      </p:sp>
      <p:sp>
        <p:nvSpPr>
          <p:cNvPr id="36867" name="Rectangle 2"/>
          <p:cNvSpPr>
            <a:spLocks noGrp="1" noChangeArrowheads="1"/>
          </p:cNvSpPr>
          <p:nvPr>
            <p:ph type="title" idx="4294967295"/>
          </p:nvPr>
        </p:nvSpPr>
        <p:spPr/>
        <p:txBody>
          <a:bodyPr/>
          <a:lstStyle/>
          <a:p>
            <a:pPr eaLnBrk="1" hangingPunct="1"/>
            <a:r>
              <a:rPr lang="zh-CN" altLang="en-US" dirty="0">
                <a:ea typeface="宋体" pitchFamily="2" charset="-122"/>
              </a:rPr>
              <a:t>蕴含</a:t>
            </a:r>
            <a:r>
              <a:rPr lang="en-US" altLang="zh-CN" dirty="0" err="1">
                <a:ea typeface="宋体" pitchFamily="2" charset="-122"/>
              </a:rPr>
              <a:t>真值表</a:t>
            </a:r>
            <a:endParaRPr lang="en-US" altLang="zh-CN" dirty="0">
              <a:ea typeface="宋体" pitchFamily="2" charset="-122"/>
            </a:endParaRPr>
          </a:p>
        </p:txBody>
      </p:sp>
      <p:sp>
        <p:nvSpPr>
          <p:cNvPr id="36868" name="Rectangle 3"/>
          <p:cNvSpPr>
            <a:spLocks noGrp="1" noChangeArrowheads="1"/>
          </p:cNvSpPr>
          <p:nvPr>
            <p:ph type="body" idx="4294967295"/>
          </p:nvPr>
        </p:nvSpPr>
        <p:spPr/>
        <p:txBody>
          <a:bodyPr/>
          <a:lstStyle/>
          <a:p>
            <a:pPr eaLnBrk="1" hangingPunct="1"/>
            <a:r>
              <a:rPr lang="en-GB" altLang="en-US" dirty="0" err="1">
                <a:solidFill>
                  <a:srgbClr val="FF0000"/>
                </a:solidFill>
                <a:ea typeface="宋体" pitchFamily="2" charset="-122"/>
                <a:sym typeface="Symbol" panose="05050102010706020507" pitchFamily="18" charset="2"/>
              </a:rPr>
              <a:t>假设你</a:t>
            </a:r>
            <a:r>
              <a:rPr lang="zh-CN" altLang="en-US" dirty="0">
                <a:solidFill>
                  <a:srgbClr val="FF0000"/>
                </a:solidFill>
                <a:ea typeface="宋体" pitchFamily="2" charset="-122"/>
                <a:sym typeface="Symbol" panose="05050102010706020507" pitchFamily="18" charset="2"/>
              </a:rPr>
              <a:t>已知</a:t>
            </a:r>
            <a:r>
              <a:rPr lang="en-GB" altLang="en-US" dirty="0">
                <a:solidFill>
                  <a:srgbClr val="FF0000"/>
                </a:solidFill>
                <a:ea typeface="宋体" pitchFamily="2" charset="-122"/>
                <a:sym typeface="Symbol" panose="05050102010706020507" pitchFamily="18" charset="2"/>
              </a:rPr>
              <a:t> </a:t>
            </a:r>
            <a:br>
              <a:rPr lang="en-GB" altLang="en-US" dirty="0">
                <a:solidFill>
                  <a:srgbClr val="FF0000"/>
                </a:solidFill>
                <a:ea typeface="宋体" pitchFamily="2" charset="-122"/>
                <a:sym typeface="Symbol" panose="05050102010706020507" pitchFamily="18" charset="2"/>
              </a:rPr>
            </a:br>
            <a:r>
              <a:rPr lang="en-GB" altLang="en-US" dirty="0">
                <a:ea typeface="宋体" pitchFamily="2" charset="-122"/>
                <a:sym typeface="Symbol" panose="05050102010706020507" pitchFamily="18" charset="2"/>
              </a:rPr>
              <a:t>q </a:t>
            </a:r>
            <a:r>
              <a:rPr lang="zh-CN" altLang="en-US" dirty="0">
                <a:solidFill>
                  <a:srgbClr val="FF0000"/>
                </a:solidFill>
                <a:ea typeface="宋体" pitchFamily="2" charset="-122"/>
                <a:sym typeface="Symbol" panose="05050102010706020507" pitchFamily="18" charset="2"/>
              </a:rPr>
              <a:t>为</a:t>
            </a:r>
            <a:r>
              <a:rPr lang="en-GB" altLang="en-US" dirty="0">
                <a:solidFill>
                  <a:srgbClr val="FF0000"/>
                </a:solidFill>
                <a:ea typeface="宋体" pitchFamily="2" charset="-122"/>
                <a:sym typeface="Symbol" panose="05050102010706020507" pitchFamily="18" charset="2"/>
              </a:rPr>
              <a:t> </a:t>
            </a:r>
            <a:r>
              <a:rPr lang="en-GB" altLang="en-US" dirty="0">
                <a:ea typeface="宋体" pitchFamily="2" charset="-122"/>
                <a:sym typeface="Symbol" panose="05050102010706020507" pitchFamily="18" charset="2"/>
              </a:rPr>
              <a:t>T</a:t>
            </a:r>
            <a:r>
              <a:rPr lang="en-GB" altLang="en-US" dirty="0">
                <a:solidFill>
                  <a:srgbClr val="FF0000"/>
                </a:solidFill>
                <a:ea typeface="宋体" pitchFamily="2" charset="-122"/>
                <a:sym typeface="Symbol" panose="05050102010706020507" pitchFamily="18" charset="2"/>
              </a:rPr>
              <a:t>。 </a:t>
            </a:r>
            <a:br>
              <a:rPr lang="en-GB" altLang="en-US" dirty="0">
                <a:solidFill>
                  <a:srgbClr val="FF0000"/>
                </a:solidFill>
                <a:ea typeface="宋体" pitchFamily="2" charset="-122"/>
                <a:sym typeface="Symbol" panose="05050102010706020507" pitchFamily="18" charset="2"/>
              </a:rPr>
            </a:br>
            <a:r>
              <a:rPr lang="en-GB" altLang="en-US" dirty="0">
                <a:solidFill>
                  <a:srgbClr val="FF0000"/>
                </a:solidFill>
                <a:ea typeface="宋体" pitchFamily="2" charset="-122"/>
                <a:sym typeface="Symbol" panose="05050102010706020507" pitchFamily="18" charset="2"/>
              </a:rPr>
              <a:t>你</a:t>
            </a:r>
            <a:r>
              <a:rPr lang="zh-CN" altLang="en-US" dirty="0">
                <a:solidFill>
                  <a:srgbClr val="FF0000"/>
                </a:solidFill>
                <a:ea typeface="宋体" pitchFamily="2" charset="-122"/>
                <a:sym typeface="Symbol" panose="05050102010706020507" pitchFamily="18" charset="2"/>
              </a:rPr>
              <a:t>能否推出</a:t>
            </a:r>
            <a:r>
              <a:rPr lang="en-US" altLang="zh-CN" i="1" dirty="0" err="1">
                <a:ea typeface="宋体" pitchFamily="2" charset="-122"/>
                <a:sym typeface="Symbol" panose="05050102010706020507" pitchFamily="18" charset="2"/>
              </a:rPr>
              <a:t>pq</a:t>
            </a:r>
            <a:r>
              <a:rPr lang="en-US" altLang="zh-CN" dirty="0">
                <a:solidFill>
                  <a:srgbClr val="FF0000"/>
                </a:solidFill>
                <a:ea typeface="宋体" pitchFamily="2" charset="-122"/>
                <a:sym typeface="Symbol" panose="05050102010706020507" pitchFamily="18" charset="2"/>
              </a:rPr>
              <a:t>?</a:t>
            </a:r>
          </a:p>
          <a:p>
            <a:pPr eaLnBrk="1" hangingPunct="1"/>
            <a:r>
              <a:rPr lang="en-GB" altLang="en-US" dirty="0" err="1">
                <a:solidFill>
                  <a:srgbClr val="FF0000"/>
                </a:solidFill>
                <a:ea typeface="宋体" pitchFamily="2" charset="-122"/>
                <a:sym typeface="Symbol" panose="05050102010706020507" pitchFamily="18" charset="2"/>
              </a:rPr>
              <a:t>条件</a:t>
            </a:r>
            <a:r>
              <a:rPr lang="zh-CN" altLang="en-US" dirty="0">
                <a:solidFill>
                  <a:srgbClr val="FF0000"/>
                </a:solidFill>
                <a:ea typeface="宋体" pitchFamily="2" charset="-122"/>
                <a:sym typeface="Symbol" panose="05050102010706020507" pitchFamily="18" charset="2"/>
              </a:rPr>
              <a:t>是</a:t>
            </a:r>
            <a:r>
              <a:rPr lang="en-GB" altLang="en-US" dirty="0" err="1">
                <a:solidFill>
                  <a:srgbClr val="FF0000"/>
                </a:solidFill>
                <a:ea typeface="宋体" pitchFamily="2" charset="-122"/>
                <a:sym typeface="Symbol" panose="05050102010706020507" pitchFamily="18" charset="2"/>
              </a:rPr>
              <a:t>必须</a:t>
            </a:r>
            <a:r>
              <a:rPr lang="zh-CN" altLang="en-US" dirty="0">
                <a:solidFill>
                  <a:srgbClr val="FF0000"/>
                </a:solidFill>
                <a:ea typeface="宋体" pitchFamily="2" charset="-122"/>
                <a:sym typeface="Symbol" panose="05050102010706020507" pitchFamily="18" charset="2"/>
              </a:rPr>
              <a:t>为</a:t>
            </a:r>
            <a:r>
              <a:rPr lang="en-GB" altLang="en-US" dirty="0">
                <a:solidFill>
                  <a:srgbClr val="FF0000"/>
                </a:solidFill>
                <a:ea typeface="宋体" pitchFamily="2" charset="-122"/>
                <a:sym typeface="Symbol" panose="05050102010706020507" pitchFamily="18" charset="2"/>
              </a:rPr>
              <a:t> </a:t>
            </a:r>
            <a:r>
              <a:rPr lang="en-GB" altLang="en-US" dirty="0">
                <a:ea typeface="宋体" pitchFamily="2" charset="-122"/>
                <a:sym typeface="Symbol" panose="05050102010706020507" pitchFamily="18" charset="2"/>
              </a:rPr>
              <a:t>T</a:t>
            </a:r>
            <a:endParaRPr lang="en-US" altLang="zh-CN" dirty="0">
              <a:ea typeface="宋体" pitchFamily="2" charset="-122"/>
              <a:sym typeface="Symbol" panose="05050102010706020507" pitchFamily="18" charset="2"/>
            </a:endParaRPr>
          </a:p>
        </p:txBody>
      </p:sp>
      <p:graphicFrame>
        <p:nvGraphicFramePr>
          <p:cNvPr id="36869" name="Object 4"/>
          <p:cNvGraphicFramePr>
            <a:graphicFrameLocks noChangeAspect="1"/>
          </p:cNvGraphicFramePr>
          <p:nvPr/>
        </p:nvGraphicFramePr>
        <p:xfrm>
          <a:off x="5556250" y="2133600"/>
          <a:ext cx="2632075" cy="2813050"/>
        </p:xfrm>
        <a:graphic>
          <a:graphicData uri="http://schemas.openxmlformats.org/presentationml/2006/ole">
            <mc:AlternateContent xmlns:mc="http://schemas.openxmlformats.org/markup-compatibility/2006">
              <mc:Choice xmlns:v="urn:schemas-microsoft-com:vml" Requires="v">
                <p:oleObj r:id="rId3" imgW="2667000" imgH="2848610" progId="Word.Document.8">
                  <p:embed/>
                </p:oleObj>
              </mc:Choice>
              <mc:Fallback>
                <p:oleObj r:id="rId3" imgW="2667000" imgH="284861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0" y="2133600"/>
                        <a:ext cx="2632075"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A0925E42-E56F-49FD-8E41-6C593283A4C4}" type="slidenum">
              <a:rPr lang="en-US" altLang="zh-CN" sz="1200">
                <a:effectLst>
                  <a:outerShdw blurRad="38100" dist="38100" dir="2700000" algn="tl">
                    <a:srgbClr val="C0C0C0"/>
                  </a:outerShdw>
                </a:effectLst>
                <a:latin typeface="Verdana" panose="020B0804030504040204" pitchFamily="34" charset="0"/>
              </a:rPr>
              <a:t>29</a:t>
            </a:fld>
            <a:endParaRPr lang="en-US" altLang="zh-CN" sz="1200">
              <a:effectLst>
                <a:outerShdw blurRad="38100" dist="38100" dir="2700000" algn="tl">
                  <a:srgbClr val="C0C0C0"/>
                </a:outerShdw>
              </a:effectLst>
              <a:latin typeface="Verdana" panose="020B0804030504040204" pitchFamily="34" charset="0"/>
            </a:endParaRPr>
          </a:p>
        </p:txBody>
      </p:sp>
      <p:sp>
        <p:nvSpPr>
          <p:cNvPr id="38915" name="Rectangle 2"/>
          <p:cNvSpPr>
            <a:spLocks noGrp="1" noChangeArrowheads="1"/>
          </p:cNvSpPr>
          <p:nvPr>
            <p:ph type="title" idx="4294967295"/>
          </p:nvPr>
        </p:nvSpPr>
        <p:spPr/>
        <p:txBody>
          <a:bodyPr/>
          <a:lstStyle/>
          <a:p>
            <a:pPr eaLnBrk="1" hangingPunct="1"/>
            <a:r>
              <a:rPr lang="zh-CN" altLang="en-US" dirty="0">
                <a:ea typeface="宋体" pitchFamily="2" charset="-122"/>
              </a:rPr>
              <a:t>蕴含</a:t>
            </a:r>
            <a:r>
              <a:rPr lang="en-US" altLang="zh-CN" dirty="0" err="1">
                <a:ea typeface="宋体" pitchFamily="2" charset="-122"/>
              </a:rPr>
              <a:t>真值表</a:t>
            </a:r>
            <a:endParaRPr lang="en-US" altLang="zh-CN" dirty="0">
              <a:ea typeface="宋体" pitchFamily="2" charset="-122"/>
            </a:endParaRPr>
          </a:p>
        </p:txBody>
      </p:sp>
      <p:sp>
        <p:nvSpPr>
          <p:cNvPr id="38916" name="Rectangle 3"/>
          <p:cNvSpPr>
            <a:spLocks noGrp="1" noChangeArrowheads="1"/>
          </p:cNvSpPr>
          <p:nvPr>
            <p:ph type="body" idx="4294967295"/>
          </p:nvPr>
        </p:nvSpPr>
        <p:spPr/>
        <p:txBody>
          <a:bodyPr/>
          <a:lstStyle/>
          <a:p>
            <a:pPr eaLnBrk="1" hangingPunct="1"/>
            <a:r>
              <a:rPr lang="en-GB" altLang="en-US" dirty="0" err="1">
                <a:solidFill>
                  <a:srgbClr val="FF0000"/>
                </a:solidFill>
                <a:ea typeface="宋体" pitchFamily="2" charset="-122"/>
                <a:sym typeface="Symbol" panose="05050102010706020507" pitchFamily="18" charset="2"/>
              </a:rPr>
              <a:t>假设你</a:t>
            </a:r>
            <a:r>
              <a:rPr lang="zh-CN" altLang="en-US" dirty="0">
                <a:solidFill>
                  <a:srgbClr val="FF0000"/>
                </a:solidFill>
                <a:ea typeface="宋体" pitchFamily="2" charset="-122"/>
                <a:sym typeface="Symbol" panose="05050102010706020507" pitchFamily="18" charset="2"/>
              </a:rPr>
              <a:t>已知</a:t>
            </a:r>
            <a:br>
              <a:rPr lang="en-GB" altLang="en-US" dirty="0">
                <a:solidFill>
                  <a:srgbClr val="FF0000"/>
                </a:solidFill>
                <a:ea typeface="宋体" pitchFamily="2" charset="-122"/>
                <a:sym typeface="Symbol" panose="05050102010706020507" pitchFamily="18" charset="2"/>
              </a:rPr>
            </a:br>
            <a:r>
              <a:rPr lang="en-GB" altLang="en-US" dirty="0">
                <a:ea typeface="宋体" pitchFamily="2" charset="-122"/>
                <a:sym typeface="Symbol" panose="05050102010706020507" pitchFamily="18" charset="2"/>
              </a:rPr>
              <a:t>p </a:t>
            </a:r>
            <a:r>
              <a:rPr lang="en-GB" altLang="en-US" dirty="0">
                <a:solidFill>
                  <a:srgbClr val="FF0000"/>
                </a:solidFill>
                <a:ea typeface="宋体" pitchFamily="2" charset="-122"/>
                <a:sym typeface="Symbol" panose="05050102010706020507" pitchFamily="18" charset="2"/>
              </a:rPr>
              <a:t>是 </a:t>
            </a:r>
            <a:r>
              <a:rPr lang="en-GB" altLang="en-US" dirty="0">
                <a:ea typeface="宋体" pitchFamily="2" charset="-122"/>
                <a:sym typeface="Symbol" panose="05050102010706020507" pitchFamily="18" charset="2"/>
              </a:rPr>
              <a:t>F</a:t>
            </a:r>
            <a:r>
              <a:rPr lang="en-GB" altLang="en-US" dirty="0">
                <a:solidFill>
                  <a:srgbClr val="FF0000"/>
                </a:solidFill>
                <a:ea typeface="宋体" pitchFamily="2" charset="-122"/>
                <a:sym typeface="Symbol" panose="05050102010706020507" pitchFamily="18" charset="2"/>
              </a:rPr>
              <a:t>。</a:t>
            </a:r>
            <a:br>
              <a:rPr lang="en-GB" altLang="en-US" dirty="0">
                <a:solidFill>
                  <a:srgbClr val="FF0000"/>
                </a:solidFill>
                <a:ea typeface="宋体" pitchFamily="2" charset="-122"/>
                <a:sym typeface="Symbol" panose="05050102010706020507" pitchFamily="18" charset="2"/>
              </a:rPr>
            </a:br>
            <a:r>
              <a:rPr lang="en-GB" altLang="en-US" dirty="0">
                <a:solidFill>
                  <a:srgbClr val="FF0000"/>
                </a:solidFill>
                <a:ea typeface="宋体" pitchFamily="2" charset="-122"/>
                <a:sym typeface="Symbol" panose="05050102010706020507" pitchFamily="18" charset="2"/>
              </a:rPr>
              <a:t>你</a:t>
            </a:r>
            <a:r>
              <a:rPr lang="zh-CN" altLang="en-US" dirty="0">
                <a:solidFill>
                  <a:srgbClr val="FF0000"/>
                </a:solidFill>
                <a:ea typeface="宋体" pitchFamily="2" charset="-122"/>
                <a:sym typeface="Symbol" panose="05050102010706020507" pitchFamily="18" charset="2"/>
              </a:rPr>
              <a:t>能否推出</a:t>
            </a:r>
            <a:r>
              <a:rPr lang="en-US" altLang="zh-CN" i="1" dirty="0" err="1">
                <a:ea typeface="宋体" pitchFamily="2" charset="-122"/>
                <a:sym typeface="Symbol" panose="05050102010706020507" pitchFamily="18" charset="2"/>
              </a:rPr>
              <a:t>pq</a:t>
            </a:r>
            <a:r>
              <a:rPr lang="en-US" altLang="zh-CN" i="1" dirty="0">
                <a:ea typeface="宋体" pitchFamily="2" charset="-122"/>
                <a:sym typeface="Symbol" panose="05050102010706020507" pitchFamily="18" charset="2"/>
              </a:rPr>
              <a:t> </a:t>
            </a:r>
            <a:r>
              <a:rPr lang="en-US" altLang="zh-CN" dirty="0">
                <a:solidFill>
                  <a:srgbClr val="FF0000"/>
                </a:solidFill>
                <a:ea typeface="宋体" pitchFamily="2" charset="-122"/>
                <a:sym typeface="Symbol" panose="05050102010706020507" pitchFamily="18" charset="2"/>
              </a:rPr>
              <a:t>?</a:t>
            </a:r>
          </a:p>
          <a:p>
            <a:pPr eaLnBrk="1" hangingPunct="1"/>
            <a:r>
              <a:rPr lang="en-GB" altLang="en-US" dirty="0" err="1">
                <a:solidFill>
                  <a:srgbClr val="FF0000"/>
                </a:solidFill>
                <a:ea typeface="宋体" pitchFamily="2" charset="-122"/>
                <a:sym typeface="Symbol" panose="05050102010706020507" pitchFamily="18" charset="2"/>
              </a:rPr>
              <a:t>条件</a:t>
            </a:r>
            <a:r>
              <a:rPr lang="zh-CN" altLang="en-US" dirty="0">
                <a:solidFill>
                  <a:srgbClr val="FF0000"/>
                </a:solidFill>
                <a:ea typeface="宋体" pitchFamily="2" charset="-122"/>
                <a:sym typeface="Symbol" panose="05050102010706020507" pitchFamily="18" charset="2"/>
              </a:rPr>
              <a:t>是</a:t>
            </a:r>
            <a:r>
              <a:rPr lang="en-GB" altLang="en-US" dirty="0" err="1">
                <a:solidFill>
                  <a:srgbClr val="FF0000"/>
                </a:solidFill>
                <a:ea typeface="宋体" pitchFamily="2" charset="-122"/>
                <a:sym typeface="Symbol" panose="05050102010706020507" pitchFamily="18" charset="2"/>
              </a:rPr>
              <a:t>必须</a:t>
            </a:r>
            <a:r>
              <a:rPr lang="zh-CN" altLang="en-US" dirty="0">
                <a:solidFill>
                  <a:srgbClr val="FF0000"/>
                </a:solidFill>
                <a:ea typeface="宋体" pitchFamily="2" charset="-122"/>
                <a:sym typeface="Symbol" panose="05050102010706020507" pitchFamily="18" charset="2"/>
              </a:rPr>
              <a:t>为</a:t>
            </a:r>
            <a:r>
              <a:rPr lang="en-GB" altLang="en-US" dirty="0">
                <a:solidFill>
                  <a:srgbClr val="FF0000"/>
                </a:solidFill>
                <a:ea typeface="宋体" pitchFamily="2" charset="-122"/>
                <a:sym typeface="Symbol" panose="05050102010706020507" pitchFamily="18" charset="2"/>
              </a:rPr>
              <a:t> </a:t>
            </a:r>
            <a:r>
              <a:rPr lang="en-GB" altLang="en-US" dirty="0">
                <a:ea typeface="宋体" pitchFamily="2" charset="-122"/>
                <a:sym typeface="Symbol" panose="05050102010706020507" pitchFamily="18" charset="2"/>
              </a:rPr>
              <a:t>T</a:t>
            </a:r>
            <a:endParaRPr lang="en-US" altLang="zh-CN" dirty="0">
              <a:ea typeface="宋体" pitchFamily="2" charset="-122"/>
              <a:sym typeface="Symbol" panose="05050102010706020507" pitchFamily="18" charset="2"/>
            </a:endParaRPr>
          </a:p>
        </p:txBody>
      </p:sp>
      <p:graphicFrame>
        <p:nvGraphicFramePr>
          <p:cNvPr id="38917" name="Object 4"/>
          <p:cNvGraphicFramePr>
            <a:graphicFrameLocks noChangeAspect="1"/>
          </p:cNvGraphicFramePr>
          <p:nvPr/>
        </p:nvGraphicFramePr>
        <p:xfrm>
          <a:off x="5556250" y="2133600"/>
          <a:ext cx="2632075" cy="2813050"/>
        </p:xfrm>
        <a:graphic>
          <a:graphicData uri="http://schemas.openxmlformats.org/presentationml/2006/ole">
            <mc:AlternateContent xmlns:mc="http://schemas.openxmlformats.org/markup-compatibility/2006">
              <mc:Choice xmlns:v="urn:schemas-microsoft-com:vml" Requires="v">
                <p:oleObj r:id="rId3" imgW="2667000" imgH="2846705" progId="Word.Document.8">
                  <p:embed/>
                </p:oleObj>
              </mc:Choice>
              <mc:Fallback>
                <p:oleObj r:id="rId3" imgW="2667000" imgH="2846705"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0" y="2133600"/>
                        <a:ext cx="2632075"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idx="4294967295"/>
          </p:nvPr>
        </p:nvSpPr>
        <p:spPr/>
        <p:txBody>
          <a:bodyPr/>
          <a:lstStyle/>
          <a:p>
            <a:pPr eaLnBrk="1" hangingPunct="1"/>
            <a:r>
              <a:rPr lang="zh-CN" altLang="en-US" sz="2800" dirty="0">
                <a:ea typeface="宋体" pitchFamily="2" charset="-122"/>
              </a:rPr>
              <a:t>真实语句中的蕴含关系</a:t>
            </a:r>
            <a:endParaRPr lang="en-US" altLang="zh-CN" sz="2800" dirty="0">
              <a:ea typeface="宋体" pitchFamily="2" charset="-122"/>
            </a:endParaRPr>
          </a:p>
        </p:txBody>
      </p:sp>
      <p:sp>
        <p:nvSpPr>
          <p:cNvPr id="40964" name="Rectangle 3"/>
          <p:cNvSpPr>
            <a:spLocks noGrp="1" noChangeArrowheads="1"/>
          </p:cNvSpPr>
          <p:nvPr>
            <p:ph type="body" idx="4294967295"/>
          </p:nvPr>
        </p:nvSpPr>
        <p:spPr>
          <a:xfrm>
            <a:off x="595367" y="1524050"/>
            <a:ext cx="8077090" cy="4267200"/>
          </a:xfrm>
        </p:spPr>
        <p:txBody>
          <a:bodyPr/>
          <a:lstStyle/>
          <a:p>
            <a:pPr eaLnBrk="1" hangingPunct="1"/>
            <a:r>
              <a:rPr lang="en-US" altLang="zh-CN" dirty="0">
                <a:latin typeface="Times New Roman" panose="02020503050405090304" pitchFamily="18" charset="0"/>
                <a:ea typeface="宋体" pitchFamily="2" charset="-122"/>
              </a:rPr>
              <a:t>"</a:t>
            </a:r>
            <a:r>
              <a:rPr lang="en-US" altLang="zh-CN" dirty="0">
                <a:ea typeface="宋体" pitchFamily="2" charset="-122"/>
              </a:rPr>
              <a:t>如果这个讲座结束了 那今天早上的太阳就升起来了</a:t>
            </a:r>
            <a:r>
              <a:rPr lang="en-US" altLang="zh-CN" dirty="0">
                <a:latin typeface="Times New Roman" panose="02020503050405090304" pitchFamily="18" charset="0"/>
                <a:ea typeface="宋体" pitchFamily="2" charset="-122"/>
              </a:rPr>
              <a:t>"</a:t>
            </a:r>
            <a:r>
              <a:rPr lang="en-US" altLang="zh-CN" i="1" dirty="0">
                <a:solidFill>
                  <a:srgbClr val="000000"/>
                </a:solidFill>
                <a:ea typeface="宋体" pitchFamily="2" charset="-122"/>
              </a:rPr>
              <a:t>真</a:t>
            </a:r>
            <a:r>
              <a:rPr lang="en-US" altLang="zh-CN" dirty="0">
                <a:solidFill>
                  <a:srgbClr val="000000"/>
                </a:solidFill>
                <a:ea typeface="宋体" pitchFamily="2" charset="-122"/>
              </a:rPr>
              <a:t>还是</a:t>
            </a:r>
            <a:r>
              <a:rPr lang="en-US" altLang="zh-CN" i="1" dirty="0">
                <a:solidFill>
                  <a:srgbClr val="000000"/>
                </a:solidFill>
                <a:ea typeface="宋体" pitchFamily="2" charset="-122"/>
              </a:rPr>
              <a:t>假</a:t>
            </a:r>
            <a:r>
              <a:rPr lang="en-US" altLang="zh-CN" dirty="0">
                <a:solidFill>
                  <a:srgbClr val="000000"/>
                </a:solidFill>
                <a:ea typeface="宋体" pitchFamily="2" charset="-122"/>
              </a:rPr>
              <a:t>？</a:t>
            </a:r>
          </a:p>
          <a:p>
            <a:pPr eaLnBrk="1" hangingPunct="1"/>
            <a:r>
              <a:rPr lang="en-US" altLang="zh-CN" dirty="0">
                <a:latin typeface="Times New Roman" panose="02020503050405090304" pitchFamily="18" charset="0"/>
                <a:ea typeface="宋体" pitchFamily="2" charset="-122"/>
              </a:rPr>
              <a:t>"</a:t>
            </a:r>
            <a:r>
              <a:rPr lang="en-US" altLang="zh-CN" dirty="0">
                <a:ea typeface="宋体" pitchFamily="2" charset="-122"/>
              </a:rPr>
              <a:t>如果星期二是星期几，那我就是刘德华</a:t>
            </a:r>
            <a:r>
              <a:rPr lang="en-US" altLang="zh-CN" dirty="0">
                <a:latin typeface="Times New Roman" panose="02020503050405090304" pitchFamily="18" charset="0"/>
                <a:ea typeface="宋体" pitchFamily="2" charset="-122"/>
              </a:rPr>
              <a:t>"</a:t>
            </a:r>
            <a:r>
              <a:rPr lang="en-US" altLang="zh-CN" dirty="0">
                <a:ea typeface="宋体" pitchFamily="2" charset="-122"/>
              </a:rPr>
              <a:t>。</a:t>
            </a:r>
            <a:r>
              <a:rPr lang="en-US" altLang="zh-CN" i="1" dirty="0">
                <a:solidFill>
                  <a:srgbClr val="000000"/>
                </a:solidFill>
                <a:ea typeface="宋体" pitchFamily="2" charset="-122"/>
              </a:rPr>
              <a:t>真</a:t>
            </a:r>
            <a:r>
              <a:rPr lang="en-US" altLang="zh-CN" dirty="0">
                <a:solidFill>
                  <a:srgbClr val="000000"/>
                </a:solidFill>
                <a:ea typeface="宋体" pitchFamily="2" charset="-122"/>
              </a:rPr>
              <a:t>还是</a:t>
            </a:r>
            <a:r>
              <a:rPr lang="en-US" altLang="zh-CN" i="1" dirty="0">
                <a:solidFill>
                  <a:srgbClr val="000000"/>
                </a:solidFill>
                <a:ea typeface="宋体" pitchFamily="2" charset="-122"/>
              </a:rPr>
              <a:t>假</a:t>
            </a:r>
            <a:r>
              <a:rPr lang="en-US" altLang="zh-CN" dirty="0">
                <a:solidFill>
                  <a:srgbClr val="000000"/>
                </a:solidFill>
                <a:ea typeface="宋体" pitchFamily="2" charset="-122"/>
              </a:rPr>
              <a:t>？</a:t>
            </a:r>
          </a:p>
          <a:p>
            <a:pPr eaLnBrk="1" hangingPunct="1"/>
            <a:r>
              <a:rPr lang="en-US" altLang="zh-CN" dirty="0">
                <a:latin typeface="Times New Roman" panose="02020503050405090304" pitchFamily="18" charset="0"/>
                <a:ea typeface="宋体" pitchFamily="2" charset="-122"/>
              </a:rPr>
              <a:t>"</a:t>
            </a:r>
            <a:r>
              <a:rPr lang="en-US" altLang="zh-CN" dirty="0">
                <a:ea typeface="宋体" pitchFamily="2" charset="-122"/>
              </a:rPr>
              <a:t>如果 1+1=6 那么三角形有六条边"</a:t>
            </a:r>
            <a:r>
              <a:rPr lang="en-US" altLang="zh-CN" dirty="0">
                <a:latin typeface="Times New Roman" panose="02020503050405090304" pitchFamily="18" charset="0"/>
                <a:ea typeface="宋体" pitchFamily="2" charset="-122"/>
              </a:rPr>
              <a:t>。 </a:t>
            </a:r>
            <a:br>
              <a:rPr lang="en-US" altLang="zh-CN" dirty="0">
                <a:ea typeface="宋体" pitchFamily="2" charset="-122"/>
              </a:rPr>
            </a:br>
            <a:r>
              <a:rPr lang="en-US" altLang="zh-CN" i="1" dirty="0">
                <a:solidFill>
                  <a:srgbClr val="000000"/>
                </a:solidFill>
                <a:ea typeface="宋体" pitchFamily="2" charset="-122"/>
              </a:rPr>
              <a:t>真</a:t>
            </a:r>
            <a:r>
              <a:rPr lang="en-US" altLang="zh-CN" dirty="0">
                <a:solidFill>
                  <a:srgbClr val="000000"/>
                </a:solidFill>
                <a:ea typeface="宋体" pitchFamily="2" charset="-122"/>
              </a:rPr>
              <a:t>还是</a:t>
            </a:r>
            <a:r>
              <a:rPr lang="en-US" altLang="zh-CN" i="1" dirty="0">
                <a:solidFill>
                  <a:srgbClr val="000000"/>
                </a:solidFill>
                <a:ea typeface="宋体" pitchFamily="2" charset="-122"/>
              </a:rPr>
              <a:t>假</a:t>
            </a:r>
            <a:r>
              <a:rPr lang="en-US" altLang="zh-CN" dirty="0">
                <a:solidFill>
                  <a:srgbClr val="000000"/>
                </a:solidFill>
                <a:ea typeface="宋体" pitchFamily="2" charset="-122"/>
              </a:rPr>
              <a:t>？</a:t>
            </a:r>
          </a:p>
          <a:p>
            <a:pPr eaLnBrk="1" hangingPunct="1"/>
            <a:r>
              <a:rPr lang="en-US" altLang="zh-CN" dirty="0">
                <a:latin typeface="Times New Roman" panose="02020503050405090304" pitchFamily="18" charset="0"/>
                <a:ea typeface="宋体" pitchFamily="2" charset="-122"/>
              </a:rPr>
              <a:t>"</a:t>
            </a:r>
            <a:r>
              <a:rPr lang="en-US" altLang="zh-CN" dirty="0">
                <a:ea typeface="宋体" pitchFamily="2" charset="-122"/>
              </a:rPr>
              <a:t>如果月亮是</a:t>
            </a:r>
            <a:r>
              <a:rPr lang="en-US" altLang="zh-CN" dirty="0"/>
              <a:t>香蕉</a:t>
            </a:r>
            <a:r>
              <a:rPr lang="en-US" altLang="zh-CN" dirty="0">
                <a:ea typeface="宋体" pitchFamily="2" charset="-122"/>
              </a:rPr>
              <a:t>做的，那我比李嘉诚更有钱</a:t>
            </a:r>
            <a:r>
              <a:rPr lang="en-US" altLang="zh-CN" dirty="0">
                <a:latin typeface="Times New Roman" panose="02020503050405090304" pitchFamily="18" charset="0"/>
                <a:ea typeface="宋体" pitchFamily="2" charset="-122"/>
              </a:rPr>
              <a:t>"</a:t>
            </a:r>
            <a:r>
              <a:rPr lang="en-US" altLang="zh-CN" i="1" dirty="0">
                <a:solidFill>
                  <a:srgbClr val="000000"/>
                </a:solidFill>
                <a:ea typeface="宋体" pitchFamily="2" charset="-122"/>
              </a:rPr>
              <a:t>真</a:t>
            </a:r>
            <a:r>
              <a:rPr lang="en-US" altLang="zh-CN" dirty="0">
                <a:solidFill>
                  <a:srgbClr val="000000"/>
                </a:solidFill>
                <a:ea typeface="宋体" pitchFamily="2" charset="-122"/>
              </a:rPr>
              <a:t>还是</a:t>
            </a:r>
            <a:r>
              <a:rPr lang="en-US" altLang="zh-CN" i="1" dirty="0">
                <a:solidFill>
                  <a:srgbClr val="000000"/>
                </a:solidFill>
                <a:ea typeface="宋体" pitchFamily="2" charset="-122"/>
              </a:rPr>
              <a:t>假</a:t>
            </a:r>
            <a:r>
              <a:rPr lang="en-US" altLang="zh-CN" dirty="0">
                <a:solidFill>
                  <a:srgbClr val="000000"/>
                </a:solidFill>
                <a:ea typeface="宋体" pitchFamily="2" charset="-122"/>
              </a:rPr>
              <a:t>？</a:t>
            </a:r>
          </a:p>
        </p:txBody>
      </p:sp>
      <p:sp>
        <p:nvSpPr>
          <p:cNvPr id="36871" name="Oval 6"/>
          <p:cNvSpPr>
            <a:spLocks noChangeArrowheads="1"/>
          </p:cNvSpPr>
          <p:nvPr/>
        </p:nvSpPr>
        <p:spPr bwMode="auto">
          <a:xfrm>
            <a:off x="3276633" y="1981238"/>
            <a:ext cx="498359" cy="609584"/>
          </a:xfrm>
          <a:prstGeom prst="ellipse">
            <a:avLst/>
          </a:prstGeom>
          <a:noFill/>
          <a:ln w="762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3481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A0925E42-E56F-49FD-8E41-6C593283A4C4}" type="slidenum">
              <a:rPr lang="en-US" altLang="zh-CN" sz="1200">
                <a:effectLst>
                  <a:outerShdw blurRad="38100" dist="38100" dir="2700000" algn="tl">
                    <a:srgbClr val="C0C0C0"/>
                  </a:outerShdw>
                </a:effectLst>
                <a:latin typeface="Verdana" panose="020B0804030504040204" pitchFamily="34" charset="0"/>
              </a:rPr>
              <a:t>30</a:t>
            </a:fld>
            <a:endParaRPr lang="en-US" altLang="zh-CN" sz="1200">
              <a:effectLst>
                <a:outerShdw blurRad="38100" dist="38100" dir="2700000" algn="tl">
                  <a:srgbClr val="C0C0C0"/>
                </a:outerShdw>
              </a:effectLst>
              <a:latin typeface="Verdana" panose="020B0804030504040204" pitchFamily="34" charset="0"/>
            </a:endParaRPr>
          </a:p>
        </p:txBody>
      </p:sp>
      <p:sp>
        <p:nvSpPr>
          <p:cNvPr id="9" name="Oval 6"/>
          <p:cNvSpPr>
            <a:spLocks noChangeArrowheads="1"/>
          </p:cNvSpPr>
          <p:nvPr/>
        </p:nvSpPr>
        <p:spPr bwMode="auto">
          <a:xfrm>
            <a:off x="2286060" y="3048010"/>
            <a:ext cx="498359" cy="609584"/>
          </a:xfrm>
          <a:prstGeom prst="ellipse">
            <a:avLst/>
          </a:prstGeom>
          <a:noFill/>
          <a:ln w="762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10" name="Oval 6"/>
          <p:cNvSpPr>
            <a:spLocks noChangeArrowheads="1"/>
          </p:cNvSpPr>
          <p:nvPr/>
        </p:nvSpPr>
        <p:spPr bwMode="auto">
          <a:xfrm>
            <a:off x="1066892" y="4114782"/>
            <a:ext cx="498359" cy="609584"/>
          </a:xfrm>
          <a:prstGeom prst="ellipse">
            <a:avLst/>
          </a:prstGeom>
          <a:noFill/>
          <a:ln w="762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11" name="Oval 6"/>
          <p:cNvSpPr>
            <a:spLocks noChangeArrowheads="1"/>
          </p:cNvSpPr>
          <p:nvPr/>
        </p:nvSpPr>
        <p:spPr bwMode="auto">
          <a:xfrm>
            <a:off x="1635305" y="5257752"/>
            <a:ext cx="498359" cy="609584"/>
          </a:xfrm>
          <a:prstGeom prst="ellipse">
            <a:avLst/>
          </a:prstGeom>
          <a:noFill/>
          <a:ln w="762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6" fill="hold" grpId="0" nodeType="clickEffect">
                                  <p:stCondLst>
                                    <p:cond delay="0"/>
                                  </p:stCondLst>
                                  <p:childTnLst>
                                    <p:set>
                                      <p:cBhvr>
                                        <p:cTn id="6" dur="1" fill="hold">
                                          <p:stCondLst>
                                            <p:cond delay="0"/>
                                          </p:stCondLst>
                                        </p:cTn>
                                        <p:tgtEl>
                                          <p:spTgt spid="36871"/>
                                        </p:tgtEl>
                                        <p:attrNameLst>
                                          <p:attrName>style.visibility</p:attrName>
                                        </p:attrNameLst>
                                      </p:cBhvr>
                                      <p:to>
                                        <p:strVal val="visible"/>
                                      </p:to>
                                    </p:set>
                                    <p:anim calcmode="lin" valueType="num">
                                      <p:cBhvr>
                                        <p:cTn id="7" dur="500" fill="hold"/>
                                        <p:tgtEl>
                                          <p:spTgt spid="36871"/>
                                        </p:tgtEl>
                                        <p:attrNameLst>
                                          <p:attrName>ppt_w</p:attrName>
                                        </p:attrNameLst>
                                      </p:cBhvr>
                                      <p:tavLst>
                                        <p:tav tm="0">
                                          <p:val>
                                            <p:strVal val="(6*min(max(#ppt_w*#ppt_h,.3),1)-7.4)/-.7*#ppt_w"/>
                                          </p:val>
                                        </p:tav>
                                        <p:tav tm="100000">
                                          <p:val>
                                            <p:strVal val="#ppt_w"/>
                                          </p:val>
                                        </p:tav>
                                      </p:tavLst>
                                    </p:anim>
                                    <p:anim calcmode="lin" valueType="num">
                                      <p:cBhvr>
                                        <p:cTn id="8" dur="500" fill="hold"/>
                                        <p:tgtEl>
                                          <p:spTgt spid="36871"/>
                                        </p:tgtEl>
                                        <p:attrNameLst>
                                          <p:attrName>ppt_h</p:attrName>
                                        </p:attrNameLst>
                                      </p:cBhvr>
                                      <p:tavLst>
                                        <p:tav tm="0">
                                          <p:val>
                                            <p:strVal val="(6*min(max(#ppt_w*#ppt_h,.3),1)-7.4)/-.7*#ppt_h"/>
                                          </p:val>
                                        </p:tav>
                                        <p:tav tm="100000">
                                          <p:val>
                                            <p:strVal val="#ppt_h"/>
                                          </p:val>
                                        </p:tav>
                                      </p:tavLst>
                                    </p:anim>
                                    <p:anim calcmode="lin" valueType="num">
                                      <p:cBhvr>
                                        <p:cTn id="9" dur="500" fill="hold"/>
                                        <p:tgtEl>
                                          <p:spTgt spid="36871"/>
                                        </p:tgtEl>
                                        <p:attrNameLst>
                                          <p:attrName>ppt_x</p:attrName>
                                        </p:attrNameLst>
                                      </p:cBhvr>
                                      <p:tavLst>
                                        <p:tav tm="0">
                                          <p:val>
                                            <p:fltVal val="0.5"/>
                                          </p:val>
                                        </p:tav>
                                        <p:tav tm="100000">
                                          <p:val>
                                            <p:strVal val="#ppt_x"/>
                                          </p:val>
                                        </p:tav>
                                      </p:tavLst>
                                    </p:anim>
                                    <p:anim calcmode="lin" valueType="num">
                                      <p:cBhvr>
                                        <p:cTn id="10" dur="500" fill="hold"/>
                                        <p:tgtEl>
                                          <p:spTgt spid="36871"/>
                                        </p:tgtEl>
                                        <p:attrNameLst>
                                          <p:attrName>ppt_y</p:attrName>
                                        </p:attrNameLst>
                                      </p:cBhvr>
                                      <p:tavLst>
                                        <p:tav tm="0">
                                          <p:val>
                                            <p:strVal val="1+(6*min(max(#ppt_w*#ppt_h,.3),1)-7.4)/-.7*#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11" fill="hold">
                      <p:stCondLst>
                        <p:cond delay="indefinite"/>
                      </p:stCondLst>
                      <p:childTnLst>
                        <p:par>
                          <p:cTn id="12" fill="hold">
                            <p:stCondLst>
                              <p:cond delay="0"/>
                            </p:stCondLst>
                            <p:childTnLst>
                              <p:par>
                                <p:cTn id="13" presetID="23" presetClass="entr" presetSubtype="36"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strVal val="(6*min(max(#ppt_w*#ppt_h,.3),1)-7.4)/-.7*#ppt_w"/>
                                          </p:val>
                                        </p:tav>
                                        <p:tav tm="100000">
                                          <p:val>
                                            <p:strVal val="#ppt_w"/>
                                          </p:val>
                                        </p:tav>
                                      </p:tavLst>
                                    </p:anim>
                                    <p:anim calcmode="lin" valueType="num">
                                      <p:cBhvr>
                                        <p:cTn id="16" dur="500" fill="hold"/>
                                        <p:tgtEl>
                                          <p:spTgt spid="9"/>
                                        </p:tgtEl>
                                        <p:attrNameLst>
                                          <p:attrName>ppt_h</p:attrName>
                                        </p:attrNameLst>
                                      </p:cBhvr>
                                      <p:tavLst>
                                        <p:tav tm="0">
                                          <p:val>
                                            <p:strVal val="(6*min(max(#ppt_w*#ppt_h,.3),1)-7.4)/-.7*#ppt_h"/>
                                          </p:val>
                                        </p:tav>
                                        <p:tav tm="100000">
                                          <p:val>
                                            <p:strVal val="#ppt_h"/>
                                          </p:val>
                                        </p:tav>
                                      </p:tavLst>
                                    </p:anim>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strVal val="1+(6*min(max(#ppt_w*#ppt_h,.3),1)-7.4)/-.7*#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WHOOSH.WAV"/>
                                        </p:tgtEl>
                                      </p:cMediaNode>
                                    </p:audio>
                                  </p:subTnLst>
                                </p:cTn>
                              </p:par>
                            </p:childTnLst>
                          </p:cTn>
                        </p:par>
                      </p:childTnLst>
                    </p:cTn>
                  </p:par>
                  <p:par>
                    <p:cTn id="19" fill="hold">
                      <p:stCondLst>
                        <p:cond delay="indefinite"/>
                      </p:stCondLst>
                      <p:childTnLst>
                        <p:par>
                          <p:cTn id="20" fill="hold">
                            <p:stCondLst>
                              <p:cond delay="0"/>
                            </p:stCondLst>
                            <p:childTnLst>
                              <p:par>
                                <p:cTn id="21" presetID="23" presetClass="entr" presetSubtype="36"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strVal val="(6*min(max(#ppt_w*#ppt_h,.3),1)-7.4)/-.7*#ppt_w"/>
                                          </p:val>
                                        </p:tav>
                                        <p:tav tm="100000">
                                          <p:val>
                                            <p:strVal val="#ppt_w"/>
                                          </p:val>
                                        </p:tav>
                                      </p:tavLst>
                                    </p:anim>
                                    <p:anim calcmode="lin" valueType="num">
                                      <p:cBhvr>
                                        <p:cTn id="24" dur="500" fill="hold"/>
                                        <p:tgtEl>
                                          <p:spTgt spid="10"/>
                                        </p:tgtEl>
                                        <p:attrNameLst>
                                          <p:attrName>ppt_h</p:attrName>
                                        </p:attrNameLst>
                                      </p:cBhvr>
                                      <p:tavLst>
                                        <p:tav tm="0">
                                          <p:val>
                                            <p:strVal val="(6*min(max(#ppt_w*#ppt_h,.3),1)-7.4)/-.7*#ppt_h"/>
                                          </p:val>
                                        </p:tav>
                                        <p:tav tm="100000">
                                          <p:val>
                                            <p:strVal val="#ppt_h"/>
                                          </p:val>
                                        </p:tav>
                                      </p:tavLst>
                                    </p:anim>
                                    <p:anim calcmode="lin" valueType="num">
                                      <p:cBhvr>
                                        <p:cTn id="25" dur="500" fill="hold"/>
                                        <p:tgtEl>
                                          <p:spTgt spid="10"/>
                                        </p:tgtEl>
                                        <p:attrNameLst>
                                          <p:attrName>ppt_x</p:attrName>
                                        </p:attrNameLst>
                                      </p:cBhvr>
                                      <p:tavLst>
                                        <p:tav tm="0">
                                          <p:val>
                                            <p:fltVal val="0.5"/>
                                          </p:val>
                                        </p:tav>
                                        <p:tav tm="100000">
                                          <p:val>
                                            <p:strVal val="#ppt_x"/>
                                          </p:val>
                                        </p:tav>
                                      </p:tavLst>
                                    </p:anim>
                                    <p:anim calcmode="lin" valueType="num">
                                      <p:cBhvr>
                                        <p:cTn id="26" dur="500" fill="hold"/>
                                        <p:tgtEl>
                                          <p:spTgt spid="10"/>
                                        </p:tgtEl>
                                        <p:attrNameLst>
                                          <p:attrName>ppt_y</p:attrName>
                                        </p:attrNameLst>
                                      </p:cBhvr>
                                      <p:tavLst>
                                        <p:tav tm="0">
                                          <p:val>
                                            <p:strVal val="1+(6*min(max(#ppt_w*#ppt_h,.3),1)-7.4)/-.7*#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3" presetClass="entr" presetSubtype="3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strVal val="(6*min(max(#ppt_w*#ppt_h,.3),1)-7.4)/-.7*#ppt_w"/>
                                          </p:val>
                                        </p:tav>
                                        <p:tav tm="100000">
                                          <p:val>
                                            <p:strVal val="#ppt_w"/>
                                          </p:val>
                                        </p:tav>
                                      </p:tavLst>
                                    </p:anim>
                                    <p:anim calcmode="lin" valueType="num">
                                      <p:cBhvr>
                                        <p:cTn id="32" dur="500" fill="hold"/>
                                        <p:tgtEl>
                                          <p:spTgt spid="11"/>
                                        </p:tgtEl>
                                        <p:attrNameLst>
                                          <p:attrName>ppt_h</p:attrName>
                                        </p:attrNameLst>
                                      </p:cBhvr>
                                      <p:tavLst>
                                        <p:tav tm="0">
                                          <p:val>
                                            <p:strVal val="(6*min(max(#ppt_w*#ppt_h,.3),1)-7.4)/-.7*#ppt_h"/>
                                          </p:val>
                                        </p:tav>
                                        <p:tav tm="100000">
                                          <p:val>
                                            <p:strVal val="#ppt_h"/>
                                          </p:val>
                                        </p:tav>
                                      </p:tavLst>
                                    </p:anim>
                                    <p:anim calcmode="lin" valueType="num">
                                      <p:cBhvr>
                                        <p:cTn id="33" dur="500" fill="hold"/>
                                        <p:tgtEl>
                                          <p:spTgt spid="11"/>
                                        </p:tgtEl>
                                        <p:attrNameLst>
                                          <p:attrName>ppt_x</p:attrName>
                                        </p:attrNameLst>
                                      </p:cBhvr>
                                      <p:tavLst>
                                        <p:tav tm="0">
                                          <p:val>
                                            <p:fltVal val="0.5"/>
                                          </p:val>
                                        </p:tav>
                                        <p:tav tm="100000">
                                          <p:val>
                                            <p:strVal val="#ppt_x"/>
                                          </p:val>
                                        </p:tav>
                                      </p:tavLst>
                                    </p:anim>
                                    <p:anim calcmode="lin" valueType="num">
                                      <p:cBhvr>
                                        <p:cTn id="34" dur="500" fill="hold"/>
                                        <p:tgtEl>
                                          <p:spTgt spid="11"/>
                                        </p:tgtEl>
                                        <p:attrNameLst>
                                          <p:attrName>ppt_y</p:attrName>
                                        </p:attrNameLst>
                                      </p:cBhvr>
                                      <p:tavLst>
                                        <p:tav tm="0">
                                          <p:val>
                                            <p:strVal val="1+(6*min(max(#ppt_w*#ppt_h,.3),1)-7.4)/-.7*#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animBg="1"/>
      <p:bldP spid="9" grpId="0" animBg="1"/>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6"/>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ECBC458-79A2-44E7-94CA-FFB56694B67B}" type="slidenum">
              <a:rPr lang="en-US" altLang="zh-CN" sz="1200">
                <a:effectLst>
                  <a:outerShdw blurRad="38100" dist="38100" dir="2700000" algn="tl">
                    <a:srgbClr val="C0C0C0"/>
                  </a:outerShdw>
                </a:effectLst>
                <a:latin typeface="Verdana" panose="020B0804030504040204" pitchFamily="34" charset="0"/>
              </a:rPr>
              <a:t>31</a:t>
            </a:fld>
            <a:endParaRPr lang="en-US" altLang="zh-CN" sz="1200">
              <a:effectLst>
                <a:outerShdw blurRad="38100" dist="38100" dir="2700000" algn="tl">
                  <a:srgbClr val="C0C0C0"/>
                </a:outerShdw>
              </a:effectLst>
              <a:latin typeface="Verdana" panose="020B0804030504040204" pitchFamily="34" charset="0"/>
            </a:endParaRPr>
          </a:p>
        </p:txBody>
      </p:sp>
      <p:sp>
        <p:nvSpPr>
          <p:cNvPr id="43011" name="Rectangle 2"/>
          <p:cNvSpPr>
            <a:spLocks noGrp="1" noChangeArrowheads="1"/>
          </p:cNvSpPr>
          <p:nvPr>
            <p:ph type="title" idx="4294967295"/>
          </p:nvPr>
        </p:nvSpPr>
        <p:spPr/>
        <p:txBody>
          <a:bodyPr/>
          <a:lstStyle/>
          <a:p>
            <a:pPr eaLnBrk="1" hangingPunct="1"/>
            <a:r>
              <a:rPr lang="zh-CN" altLang="en-US" dirty="0">
                <a:ea typeface="宋体" pitchFamily="2" charset="-122"/>
              </a:rPr>
              <a:t>中文的蕴含</a:t>
            </a:r>
            <a:r>
              <a:rPr lang="en-US" altLang="zh-CN" dirty="0">
                <a:ea typeface="宋体" pitchFamily="2" charset="-122"/>
              </a:rPr>
              <a:t> </a:t>
            </a:r>
            <a:r>
              <a:rPr lang="en-US" altLang="zh-CN" i="1" dirty="0">
                <a:ea typeface="宋体" pitchFamily="2" charset="-122"/>
              </a:rPr>
              <a:t>p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q</a:t>
            </a:r>
            <a:endParaRPr lang="en-US" altLang="zh-CN" dirty="0">
              <a:ea typeface="宋体" pitchFamily="2" charset="-122"/>
              <a:sym typeface="Symbol" panose="05050102010706020507" pitchFamily="18" charset="2"/>
            </a:endParaRPr>
          </a:p>
        </p:txBody>
      </p:sp>
      <p:sp>
        <p:nvSpPr>
          <p:cNvPr id="43012" name="Rectangle 3"/>
          <p:cNvSpPr>
            <a:spLocks noGrp="1" noChangeArrowheads="1"/>
          </p:cNvSpPr>
          <p:nvPr>
            <p:ph type="body" sz="half" idx="4294967295"/>
          </p:nvPr>
        </p:nvSpPr>
        <p:spPr>
          <a:xfrm>
            <a:off x="457200" y="1419225"/>
            <a:ext cx="4033838" cy="4879975"/>
          </a:xfrm>
        </p:spPr>
        <p:txBody>
          <a:bodyPr/>
          <a:lstStyle/>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p</a:t>
            </a:r>
            <a:r>
              <a:rPr lang="en-US" altLang="zh-CN" sz="2800">
                <a:ea typeface="宋体" pitchFamily="2" charset="-122"/>
              </a:rPr>
              <a:t>意味着</a:t>
            </a:r>
            <a:r>
              <a:rPr lang="en-US" altLang="zh-CN" sz="2800" i="1">
                <a:ea typeface="宋体" pitchFamily="2" charset="-122"/>
              </a:rPr>
              <a:t>q</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ea typeface="宋体" pitchFamily="2" charset="-122"/>
              </a:rPr>
              <a:t>"如果 </a:t>
            </a:r>
            <a:r>
              <a:rPr lang="en-US" altLang="zh-CN" sz="2800" i="1">
                <a:ea typeface="宋体" pitchFamily="2" charset="-122"/>
              </a:rPr>
              <a:t>p</a:t>
            </a:r>
            <a:r>
              <a:rPr lang="en-US" altLang="zh-CN" sz="2800">
                <a:ea typeface="宋体" pitchFamily="2" charset="-122"/>
              </a:rPr>
              <a:t>，则 </a:t>
            </a:r>
            <a:r>
              <a:rPr lang="en-US" altLang="zh-CN" sz="2800" i="1">
                <a:ea typeface="宋体" pitchFamily="2" charset="-122"/>
              </a:rPr>
              <a:t>q</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a:ea typeface="宋体" pitchFamily="2" charset="-122"/>
              </a:rPr>
              <a:t>如果 </a:t>
            </a:r>
            <a:r>
              <a:rPr lang="en-US" altLang="zh-CN" sz="2800" i="1">
                <a:ea typeface="宋体" pitchFamily="2" charset="-122"/>
              </a:rPr>
              <a:t>p</a:t>
            </a:r>
            <a:r>
              <a:rPr lang="en-US" altLang="zh-CN" sz="2800">
                <a:ea typeface="宋体" pitchFamily="2" charset="-122"/>
              </a:rPr>
              <a:t>, </a:t>
            </a:r>
            <a:r>
              <a:rPr lang="en-US" altLang="zh-CN" sz="2800" i="1">
                <a:ea typeface="宋体" pitchFamily="2" charset="-122"/>
              </a:rPr>
              <a:t>q</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a:ea typeface="宋体" pitchFamily="2" charset="-122"/>
              </a:rPr>
              <a:t>当 </a:t>
            </a:r>
            <a:r>
              <a:rPr lang="en-US" altLang="zh-CN" sz="2800" i="1">
                <a:ea typeface="宋体" pitchFamily="2" charset="-122"/>
              </a:rPr>
              <a:t>p</a:t>
            </a:r>
            <a:r>
              <a:rPr lang="en-US" altLang="zh-CN" sz="2800">
                <a:ea typeface="宋体" pitchFamily="2" charset="-122"/>
              </a:rPr>
              <a:t>, </a:t>
            </a:r>
            <a:r>
              <a:rPr lang="en-US" altLang="zh-CN" sz="2800" i="1">
                <a:ea typeface="宋体" pitchFamily="2" charset="-122"/>
              </a:rPr>
              <a:t>q </a:t>
            </a:r>
            <a:r>
              <a:rPr lang="en-US" altLang="zh-CN" sz="2800">
                <a:ea typeface="宋体" pitchFamily="2" charset="-122"/>
              </a:rPr>
              <a:t>时</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a:ea typeface="宋体" pitchFamily="2" charset="-122"/>
              </a:rPr>
              <a:t>无论何时 </a:t>
            </a:r>
            <a:r>
              <a:rPr lang="en-US" altLang="zh-CN" sz="2800" i="1">
                <a:ea typeface="宋体" pitchFamily="2" charset="-122"/>
              </a:rPr>
              <a:t>p</a:t>
            </a:r>
            <a:r>
              <a:rPr lang="en-US" altLang="zh-CN" sz="2800">
                <a:ea typeface="宋体" pitchFamily="2" charset="-122"/>
              </a:rPr>
              <a:t>、</a:t>
            </a:r>
            <a:r>
              <a:rPr lang="en-US" altLang="zh-CN" sz="2800" i="1">
                <a:ea typeface="宋体" pitchFamily="2" charset="-122"/>
              </a:rPr>
              <a:t>q</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q</a:t>
            </a:r>
            <a:r>
              <a:rPr lang="en-US" altLang="zh-CN" sz="2800">
                <a:ea typeface="宋体" pitchFamily="2" charset="-122"/>
              </a:rPr>
              <a:t>如果</a:t>
            </a:r>
            <a:r>
              <a:rPr lang="en-US" altLang="zh-CN" sz="2800" i="1">
                <a:ea typeface="宋体" pitchFamily="2" charset="-122"/>
              </a:rPr>
              <a:t>p</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q</a:t>
            </a:r>
            <a:r>
              <a:rPr lang="en-US" altLang="zh-CN" sz="2800">
                <a:ea typeface="宋体" pitchFamily="2" charset="-122"/>
              </a:rPr>
              <a:t>时</a:t>
            </a:r>
            <a:r>
              <a:rPr lang="en-US" altLang="zh-CN" sz="2800" i="1">
                <a:ea typeface="宋体" pitchFamily="2" charset="-122"/>
              </a:rPr>
              <a:t>p</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a:ea typeface="宋体" pitchFamily="2" charset="-122"/>
              </a:rPr>
              <a:t>每当 </a:t>
            </a:r>
            <a:r>
              <a:rPr lang="en-US" altLang="zh-CN" sz="2800" i="1">
                <a:ea typeface="宋体" pitchFamily="2" charset="-122"/>
              </a:rPr>
              <a:t>p </a:t>
            </a:r>
            <a:r>
              <a:rPr lang="en-US" altLang="zh-CN" sz="2800">
                <a:ea typeface="宋体" pitchFamily="2" charset="-122"/>
              </a:rPr>
              <a:t>时，</a:t>
            </a:r>
            <a:r>
              <a:rPr lang="en-US" altLang="zh-CN" sz="2800" i="1">
                <a:ea typeface="宋体" pitchFamily="2" charset="-122"/>
              </a:rPr>
              <a:t>q</a:t>
            </a:r>
            <a:r>
              <a:rPr lang="en-US" altLang="zh-CN" sz="2800">
                <a:latin typeface="Times New Roman" panose="02020503050405090304" pitchFamily="18" charset="0"/>
                <a:ea typeface="宋体" pitchFamily="2" charset="-122"/>
              </a:rPr>
              <a:t>"</a:t>
            </a:r>
            <a:endParaRPr lang="en-US" altLang="zh-CN" sz="2800">
              <a:ea typeface="宋体" pitchFamily="2" charset="-122"/>
            </a:endParaRPr>
          </a:p>
        </p:txBody>
      </p:sp>
      <p:sp>
        <p:nvSpPr>
          <p:cNvPr id="43013" name="Rectangle 4"/>
          <p:cNvSpPr>
            <a:spLocks noGrp="1" noChangeArrowheads="1"/>
          </p:cNvSpPr>
          <p:nvPr>
            <p:ph type="body" sz="half" idx="4294967295"/>
          </p:nvPr>
        </p:nvSpPr>
        <p:spPr>
          <a:xfrm>
            <a:off x="4652963" y="1419225"/>
            <a:ext cx="4033837" cy="4879975"/>
          </a:xfrm>
        </p:spPr>
        <p:txBody>
          <a:bodyPr/>
          <a:lstStyle/>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p</a:t>
            </a:r>
            <a:r>
              <a:rPr lang="en-US" altLang="zh-CN" sz="2800">
                <a:ea typeface="宋体" pitchFamily="2" charset="-122"/>
              </a:rPr>
              <a:t>只有在</a:t>
            </a:r>
            <a:r>
              <a:rPr lang="en-US" altLang="zh-CN" sz="2800" i="1">
                <a:ea typeface="宋体" pitchFamily="2" charset="-122"/>
              </a:rPr>
              <a:t>q的</a:t>
            </a:r>
            <a:r>
              <a:rPr lang="en-US" altLang="zh-CN" sz="2800">
                <a:ea typeface="宋体" pitchFamily="2" charset="-122"/>
              </a:rPr>
              <a:t>情况下</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p</a:t>
            </a:r>
            <a:r>
              <a:rPr lang="en-US" altLang="zh-CN" sz="2800">
                <a:ea typeface="宋体" pitchFamily="2" charset="-122"/>
              </a:rPr>
              <a:t>足以支持</a:t>
            </a:r>
            <a:r>
              <a:rPr lang="en-US" altLang="zh-CN" sz="2800" i="1">
                <a:ea typeface="宋体" pitchFamily="2" charset="-122"/>
              </a:rPr>
              <a:t>q</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q</a:t>
            </a:r>
            <a:r>
              <a:rPr lang="en-US" altLang="zh-CN" sz="2800">
                <a:ea typeface="宋体" pitchFamily="2" charset="-122"/>
              </a:rPr>
              <a:t>是</a:t>
            </a:r>
            <a:r>
              <a:rPr lang="en-US" altLang="zh-CN" sz="2800" i="1">
                <a:ea typeface="宋体" pitchFamily="2" charset="-122"/>
              </a:rPr>
              <a:t>p</a:t>
            </a:r>
            <a:r>
              <a:rPr lang="en-US" altLang="zh-CN" sz="2800">
                <a:ea typeface="宋体" pitchFamily="2" charset="-122"/>
              </a:rPr>
              <a:t>的必要条件</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q</a:t>
            </a:r>
            <a:r>
              <a:rPr lang="en-US" altLang="zh-CN" sz="2800">
                <a:ea typeface="宋体" pitchFamily="2" charset="-122"/>
              </a:rPr>
              <a:t>源于</a:t>
            </a:r>
            <a:r>
              <a:rPr lang="en-US" altLang="zh-CN" sz="2800" i="1">
                <a:ea typeface="宋体" pitchFamily="2" charset="-122"/>
              </a:rPr>
              <a:t>p</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r>
              <a:rPr lang="en-US" altLang="zh-CN" sz="2800">
                <a:latin typeface="Times New Roman" panose="02020503050405090304" pitchFamily="18" charset="0"/>
                <a:ea typeface="宋体" pitchFamily="2" charset="-122"/>
              </a:rPr>
              <a:t>"</a:t>
            </a:r>
            <a:r>
              <a:rPr lang="en-US" altLang="zh-CN" sz="2800" i="1">
                <a:ea typeface="宋体" pitchFamily="2" charset="-122"/>
              </a:rPr>
              <a:t>q</a:t>
            </a:r>
            <a:r>
              <a:rPr lang="en-US" altLang="zh-CN" sz="2800">
                <a:ea typeface="宋体" pitchFamily="2" charset="-122"/>
              </a:rPr>
              <a:t>由</a:t>
            </a:r>
            <a:r>
              <a:rPr lang="en-US" altLang="zh-CN" sz="2800" i="1">
                <a:ea typeface="宋体" pitchFamily="2" charset="-122"/>
              </a:rPr>
              <a:t>p</a:t>
            </a:r>
            <a:r>
              <a:rPr lang="en-US" altLang="zh-CN" sz="2800">
                <a:ea typeface="宋体" pitchFamily="2" charset="-122"/>
              </a:rPr>
              <a:t>暗示</a:t>
            </a:r>
            <a:r>
              <a:rPr lang="en-US" altLang="zh-CN" sz="2800">
                <a:latin typeface="Times New Roman" panose="02020503050405090304" pitchFamily="18" charset="0"/>
                <a:ea typeface="宋体" pitchFamily="2" charset="-122"/>
              </a:rPr>
              <a:t>"</a:t>
            </a:r>
            <a:endParaRPr lang="en-US" altLang="zh-CN" sz="2800">
              <a:ea typeface="宋体" pitchFamily="2" charset="-122"/>
            </a:endParaRPr>
          </a:p>
          <a:p>
            <a:pPr eaLnBrk="1" hangingPunct="1">
              <a:buFont typeface="Wingdings" panose="05000000000000000000" pitchFamily="2" charset="2"/>
              <a:buNone/>
            </a:pPr>
            <a:endParaRPr lang="en-US" altLang="zh-CN" sz="2400">
              <a:solidFill>
                <a:schemeClr val="accent2"/>
              </a:solidFill>
              <a:ea typeface="宋体"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2B610631-78A5-4F0C-8088-7B5DA7DF62FF}" type="slidenum">
              <a:rPr lang="en-US" altLang="zh-CN" sz="1200">
                <a:effectLst>
                  <a:outerShdw blurRad="38100" dist="38100" dir="2700000" algn="tl">
                    <a:srgbClr val="C0C0C0"/>
                  </a:outerShdw>
                </a:effectLst>
                <a:latin typeface="Verdana" panose="020B0804030504040204" pitchFamily="34" charset="0"/>
              </a:rPr>
              <a:t>32</a:t>
            </a:fld>
            <a:endParaRPr lang="en-US" altLang="zh-CN" sz="1200" dirty="0">
              <a:effectLst>
                <a:outerShdw blurRad="38100" dist="38100" dir="2700000" algn="tl">
                  <a:srgbClr val="C0C0C0"/>
                </a:outerShdw>
              </a:effectLst>
              <a:latin typeface="Verdana" panose="020B0804030504040204" pitchFamily="34" charset="0"/>
            </a:endParaRPr>
          </a:p>
        </p:txBody>
      </p:sp>
      <p:sp>
        <p:nvSpPr>
          <p:cNvPr id="91139" name="Rectangle 2"/>
          <p:cNvSpPr>
            <a:spLocks noGrp="1" noChangeArrowheads="1"/>
          </p:cNvSpPr>
          <p:nvPr>
            <p:ph type="title" idx="4294967295"/>
          </p:nvPr>
        </p:nvSpPr>
        <p:spPr/>
        <p:txBody>
          <a:bodyPr/>
          <a:lstStyle/>
          <a:p>
            <a:pPr eaLnBrk="1" hangingPunct="1"/>
            <a:r>
              <a:rPr lang="en-US" altLang="zh-CN" sz="2800" dirty="0">
                <a:ea typeface="宋体" pitchFamily="2" charset="-122"/>
              </a:rPr>
              <a:t>练习</a:t>
            </a:r>
          </a:p>
        </p:txBody>
      </p:sp>
      <p:sp>
        <p:nvSpPr>
          <p:cNvPr id="91140" name="Rectangle 3"/>
          <p:cNvSpPr>
            <a:spLocks noGrp="1" noChangeArrowheads="1"/>
          </p:cNvSpPr>
          <p:nvPr>
            <p:ph type="body" idx="4294967295"/>
          </p:nvPr>
        </p:nvSpPr>
        <p:spPr>
          <a:xfrm>
            <a:off x="0" y="1447800"/>
            <a:ext cx="9145588" cy="4725988"/>
          </a:xfrm>
        </p:spPr>
        <p:txBody>
          <a:bodyPr/>
          <a:lstStyle/>
          <a:p>
            <a:r>
              <a:rPr lang="en-US" altLang="zh-CN" dirty="0">
                <a:ea typeface="宋体" pitchFamily="2" charset="-122"/>
              </a:rPr>
              <a:t>7. </a:t>
            </a:r>
            <a:r>
              <a:rPr lang="en-US" altLang="zh-CN" dirty="0" err="1">
                <a:ea typeface="宋体" pitchFamily="2" charset="-122"/>
              </a:rPr>
              <a:t>以下</a:t>
            </a:r>
            <a:r>
              <a:rPr lang="zh-CN" altLang="en-US" dirty="0">
                <a:ea typeface="宋体" pitchFamily="2" charset="-122"/>
              </a:rPr>
              <a:t>选项</a:t>
            </a:r>
            <a:r>
              <a:rPr lang="en-US" altLang="zh-CN" dirty="0">
                <a:ea typeface="宋体" pitchFamily="2" charset="-122"/>
              </a:rPr>
              <a:t>哪</a:t>
            </a:r>
            <a:r>
              <a:rPr lang="zh-CN" altLang="en-US" dirty="0">
                <a:ea typeface="宋体" pitchFamily="2" charset="-122"/>
              </a:rPr>
              <a:t>个为真命题</a:t>
            </a:r>
            <a:r>
              <a:rPr lang="en-US" altLang="zh-CN" dirty="0">
                <a:ea typeface="宋体" pitchFamily="2" charset="-122"/>
              </a:rPr>
              <a:t>？ </a:t>
            </a:r>
          </a:p>
          <a:p>
            <a:r>
              <a:rPr lang="en-US" altLang="zh-CN" dirty="0">
                <a:ea typeface="宋体" pitchFamily="2" charset="-122"/>
              </a:rPr>
              <a:t>A) 如果 3+2=8 ，深圳将成为广东省省会。</a:t>
            </a:r>
            <a:endParaRPr lang="zh-CN" altLang="zh-CN" dirty="0">
              <a:ea typeface="宋体" pitchFamily="2" charset="-122"/>
            </a:endParaRPr>
          </a:p>
          <a:p>
            <a:r>
              <a:rPr lang="en-US" altLang="zh-CN" dirty="0">
                <a:ea typeface="宋体" pitchFamily="2" charset="-122"/>
              </a:rPr>
              <a:t>B) 28 % 4</a:t>
            </a:r>
            <a:r>
              <a:rPr lang="zh-CN" altLang="en-US" dirty="0">
                <a:ea typeface="宋体" pitchFamily="2" charset="-122"/>
              </a:rPr>
              <a:t>。</a:t>
            </a:r>
            <a:endParaRPr lang="zh-CN" altLang="zh-CN" dirty="0">
              <a:ea typeface="宋体" pitchFamily="2" charset="-122"/>
            </a:endParaRPr>
          </a:p>
          <a:p>
            <a:r>
              <a:rPr lang="en-US" altLang="zh-CN" dirty="0">
                <a:ea typeface="宋体" pitchFamily="2" charset="-122"/>
              </a:rPr>
              <a:t>C) 我</a:t>
            </a:r>
            <a:r>
              <a:rPr lang="zh-CN" altLang="en-US" dirty="0">
                <a:ea typeface="宋体" pitchFamily="2" charset="-122"/>
              </a:rPr>
              <a:t>正</a:t>
            </a:r>
            <a:r>
              <a:rPr lang="en-US" altLang="zh-CN" dirty="0">
                <a:ea typeface="宋体" pitchFamily="2" charset="-122"/>
              </a:rPr>
              <a:t>在</a:t>
            </a:r>
            <a:r>
              <a:rPr lang="zh-CN" altLang="en-US" dirty="0">
                <a:ea typeface="宋体" pitchFamily="2" charset="-122"/>
              </a:rPr>
              <a:t>睡觉</a:t>
            </a:r>
            <a:r>
              <a:rPr lang="en-US" altLang="zh-CN" dirty="0">
                <a:ea typeface="宋体" pitchFamily="2" charset="-122"/>
              </a:rPr>
              <a:t>。</a:t>
            </a:r>
            <a:endParaRPr lang="zh-CN" altLang="zh-CN" dirty="0">
              <a:ea typeface="宋体" pitchFamily="2" charset="-122"/>
            </a:endParaRPr>
          </a:p>
          <a:p>
            <a:r>
              <a:rPr lang="en-US" altLang="zh-CN" dirty="0">
                <a:ea typeface="宋体" pitchFamily="2" charset="-122"/>
              </a:rPr>
              <a:t>D) 这只猫太可爱了！</a:t>
            </a:r>
            <a:endParaRPr lang="zh-CN" altLang="zh-CN" dirty="0">
              <a:ea typeface="宋体" pitchFamily="2" charset="-122"/>
            </a:endParaRPr>
          </a:p>
          <a:p>
            <a:pPr>
              <a:buFont typeface="Wingdings" panose="05000000000000000000" pitchFamily="2" charset="2"/>
              <a:buNone/>
            </a:pPr>
            <a:endParaRPr lang="zh-CN" altLang="zh-CN" dirty="0">
              <a:ea typeface="宋体" pitchFamily="2" charset="-122"/>
            </a:endParaRPr>
          </a:p>
          <a:p>
            <a:pPr eaLnBrk="1" hangingPunct="1">
              <a:lnSpc>
                <a:spcPct val="80000"/>
              </a:lnSpc>
              <a:buFont typeface="Wingdings" panose="05000000000000000000" pitchFamily="2" charset="2"/>
              <a:buNone/>
            </a:pPr>
            <a:endParaRPr lang="en-US" altLang="zh-CN" sz="2400" dirty="0">
              <a:ea typeface="宋体"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5731B5C1-39B1-42E1-8697-92C95184E6A1}" type="slidenum">
              <a:rPr lang="en-US" altLang="zh-CN" sz="1200">
                <a:effectLst>
                  <a:outerShdw blurRad="38100" dist="38100" dir="2700000" algn="tl">
                    <a:srgbClr val="C0C0C0"/>
                  </a:outerShdw>
                </a:effectLst>
                <a:latin typeface="Verdana" panose="020B0804030504040204" pitchFamily="34" charset="0"/>
              </a:rPr>
              <a:t>33</a:t>
            </a:fld>
            <a:endParaRPr lang="en-US" altLang="zh-CN" sz="1200">
              <a:effectLst>
                <a:outerShdw blurRad="38100" dist="38100" dir="2700000" algn="tl">
                  <a:srgbClr val="C0C0C0"/>
                </a:outerShdw>
              </a:effectLst>
              <a:latin typeface="Verdana" panose="020B0804030504040204" pitchFamily="34" charset="0"/>
            </a:endParaRPr>
          </a:p>
        </p:txBody>
      </p:sp>
      <p:sp>
        <p:nvSpPr>
          <p:cNvPr id="105475"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p:sp>
        <p:nvSpPr>
          <p:cNvPr id="105476" name="Rectangle 3"/>
          <p:cNvSpPr>
            <a:spLocks noGrp="1" noChangeArrowheads="1"/>
          </p:cNvSpPr>
          <p:nvPr>
            <p:ph type="body" idx="4294967295"/>
          </p:nvPr>
        </p:nvSpPr>
        <p:spPr>
          <a:xfrm>
            <a:off x="0" y="1447800"/>
            <a:ext cx="9145588" cy="4725988"/>
          </a:xfrm>
        </p:spPr>
        <p:txBody>
          <a:bodyPr/>
          <a:lstStyle/>
          <a:p>
            <a:r>
              <a:rPr lang="en-US" altLang="zh-CN" dirty="0">
                <a:ea typeface="宋体" pitchFamily="2" charset="-122"/>
              </a:rPr>
              <a:t>8.这些条件陈述中，哪一个是</a:t>
            </a:r>
            <a:r>
              <a:rPr lang="zh-CN" altLang="en-US" dirty="0">
                <a:ea typeface="宋体" pitchFamily="2" charset="-122"/>
              </a:rPr>
              <a:t>不</a:t>
            </a:r>
            <a:r>
              <a:rPr lang="en-US" altLang="zh-CN" dirty="0" err="1">
                <a:ea typeface="宋体" pitchFamily="2" charset="-122"/>
              </a:rPr>
              <a:t>正确的</a:t>
            </a:r>
            <a:r>
              <a:rPr lang="en-US" altLang="zh-CN" dirty="0">
                <a:ea typeface="宋体" pitchFamily="2" charset="-122"/>
              </a:rPr>
              <a:t>？ </a:t>
            </a:r>
          </a:p>
          <a:p>
            <a:r>
              <a:rPr lang="en-US" altLang="zh-CN" dirty="0">
                <a:ea typeface="宋体" pitchFamily="2" charset="-122"/>
              </a:rPr>
              <a:t>A) 如果 1 + 1 = 2，那么 2 + 2 = 5。</a:t>
            </a:r>
            <a:endParaRPr lang="zh-CN" altLang="zh-CN" dirty="0">
              <a:ea typeface="宋体" pitchFamily="2" charset="-122"/>
            </a:endParaRPr>
          </a:p>
          <a:p>
            <a:r>
              <a:rPr lang="en-US" altLang="zh-CN" dirty="0">
                <a:ea typeface="宋体" pitchFamily="2" charset="-122"/>
              </a:rPr>
              <a:t>B) 如果 1 + 1 = 3，那么 2 + 2 = 4。</a:t>
            </a:r>
            <a:endParaRPr lang="zh-CN" altLang="zh-CN" dirty="0">
              <a:ea typeface="宋体" pitchFamily="2" charset="-122"/>
            </a:endParaRPr>
          </a:p>
          <a:p>
            <a:r>
              <a:rPr lang="en-US" altLang="zh-CN" dirty="0">
                <a:ea typeface="宋体" pitchFamily="2" charset="-122"/>
              </a:rPr>
              <a:t>C) 如果 1 + 1 = 3，那么 2 + 2 = 5。</a:t>
            </a:r>
            <a:endParaRPr lang="zh-CN" altLang="zh-CN" dirty="0">
              <a:ea typeface="宋体" pitchFamily="2" charset="-122"/>
            </a:endParaRPr>
          </a:p>
          <a:p>
            <a:r>
              <a:rPr lang="en-US" altLang="zh-CN" dirty="0">
                <a:ea typeface="宋体" pitchFamily="2" charset="-122"/>
              </a:rPr>
              <a:t>D) 如果猴子会飞，那么 1 + 1 = 3。</a:t>
            </a:r>
            <a:endParaRPr lang="zh-CN" altLang="zh-CN" dirty="0">
              <a:ea typeface="宋体" pitchFamily="2" charset="-122"/>
            </a:endParaRPr>
          </a:p>
          <a:p>
            <a:endParaRPr lang="en-US" altLang="zh-CN" sz="2400" dirty="0">
              <a:ea typeface="宋体"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00BB325-0D9D-4DD9-9FFC-BAE5BC1F8022}" type="slidenum">
              <a:rPr lang="en-US" altLang="zh-CN" sz="1200">
                <a:effectLst>
                  <a:outerShdw blurRad="38100" dist="38100" dir="2700000" algn="tl">
                    <a:srgbClr val="C0C0C0"/>
                  </a:outerShdw>
                </a:effectLst>
                <a:latin typeface="Verdana" panose="020B0804030504040204" pitchFamily="34" charset="0"/>
              </a:rPr>
              <a:t>34</a:t>
            </a:fld>
            <a:endParaRPr lang="en-US" altLang="zh-CN" sz="1200">
              <a:effectLst>
                <a:outerShdw blurRad="38100" dist="38100" dir="2700000" algn="tl">
                  <a:srgbClr val="C0C0C0"/>
                </a:outerShdw>
              </a:effectLst>
              <a:latin typeface="Verdana" panose="020B0804030504040204" pitchFamily="34" charset="0"/>
            </a:endParaRPr>
          </a:p>
        </p:txBody>
      </p:sp>
      <p:sp>
        <p:nvSpPr>
          <p:cNvPr id="106499"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p:sp>
        <p:nvSpPr>
          <p:cNvPr id="106500" name="Rectangle 3"/>
          <p:cNvSpPr>
            <a:spLocks noGrp="1" noChangeArrowheads="1"/>
          </p:cNvSpPr>
          <p:nvPr>
            <p:ph type="body" idx="4294967295"/>
          </p:nvPr>
        </p:nvSpPr>
        <p:spPr>
          <a:xfrm>
            <a:off x="0" y="1447800"/>
            <a:ext cx="9145588" cy="4725988"/>
          </a:xfrm>
        </p:spPr>
        <p:txBody>
          <a:bodyPr/>
          <a:lstStyle/>
          <a:p>
            <a:r>
              <a:rPr lang="en-US" altLang="zh-CN" dirty="0">
                <a:ea typeface="宋体" pitchFamily="2" charset="-122"/>
              </a:rPr>
              <a:t>9. </a:t>
            </a:r>
            <a:r>
              <a:rPr lang="en-US" altLang="zh-CN" dirty="0" err="1">
                <a:ea typeface="宋体" pitchFamily="2" charset="-122"/>
              </a:rPr>
              <a:t>以下</a:t>
            </a:r>
            <a:r>
              <a:rPr lang="zh-CN" altLang="en-US" dirty="0">
                <a:ea typeface="宋体" pitchFamily="2" charset="-122"/>
              </a:rPr>
              <a:t>选项</a:t>
            </a:r>
            <a:r>
              <a:rPr lang="en-US" altLang="zh-CN" dirty="0">
                <a:ea typeface="宋体" pitchFamily="2" charset="-122"/>
              </a:rPr>
              <a:t>哪</a:t>
            </a:r>
            <a:r>
              <a:rPr lang="zh-CN" altLang="en-US" dirty="0">
                <a:ea typeface="宋体" pitchFamily="2" charset="-122"/>
              </a:rPr>
              <a:t>个是假命题？</a:t>
            </a:r>
            <a:endParaRPr lang="en-US" altLang="zh-CN" dirty="0">
              <a:ea typeface="宋体" pitchFamily="2" charset="-122"/>
            </a:endParaRPr>
          </a:p>
          <a:p>
            <a:r>
              <a:rPr lang="en-US" altLang="zh-CN" sz="2800" dirty="0">
                <a:ea typeface="宋体" pitchFamily="2" charset="-122"/>
              </a:rPr>
              <a:t>A) 如果 1+100=100 或 1+2=3，则三角形有三条边。</a:t>
            </a:r>
          </a:p>
          <a:p>
            <a:pPr marR="0" lvl="0" defTabSz="914400" latinLnBrk="0">
              <a:lnSpc>
                <a:spcPct val="100000"/>
              </a:lnSpc>
              <a:buClr>
                <a:srgbClr val="9999FF"/>
              </a:buClr>
              <a:buSzTx/>
              <a:defRPr/>
            </a:pPr>
            <a:r>
              <a:rPr lang="en-US" altLang="zh-CN" sz="2800" dirty="0">
                <a:ea typeface="宋体" pitchFamily="2" charset="-122"/>
              </a:rPr>
              <a:t>B) 如果 1+100=101 和 1+2=3，三角形有三条边。</a:t>
            </a:r>
          </a:p>
          <a:p>
            <a:pPr marR="0" lvl="0" defTabSz="914400" latinLnBrk="0">
              <a:lnSpc>
                <a:spcPct val="100000"/>
              </a:lnSpc>
              <a:buClr>
                <a:srgbClr val="9999FF"/>
              </a:buClr>
              <a:buSzTx/>
              <a:defRPr/>
            </a:pPr>
            <a:r>
              <a:rPr lang="en-US" altLang="zh-CN" sz="2800" dirty="0">
                <a:ea typeface="宋体" pitchFamily="2" charset="-122"/>
              </a:rPr>
              <a:t>C) 如果 1+100=100 和 1+2=3，三角形有四条边。</a:t>
            </a:r>
          </a:p>
          <a:p>
            <a:pPr marR="0" lvl="0" defTabSz="914400" latinLnBrk="0">
              <a:lnSpc>
                <a:spcPct val="100000"/>
              </a:lnSpc>
              <a:buClr>
                <a:srgbClr val="9999FF"/>
              </a:buClr>
              <a:buSzTx/>
              <a:defRPr/>
            </a:pPr>
            <a:r>
              <a:rPr lang="en-US" altLang="zh-CN" sz="2800" dirty="0">
                <a:ea typeface="宋体" pitchFamily="2" charset="-122"/>
              </a:rPr>
              <a:t>D) 如果 1+100=101 和 1+2=3，三角形有四条边</a:t>
            </a:r>
            <a:r>
              <a:rPr kumimoji="0" lang="en-US" altLang="zh-CN" sz="2800" b="0" i="0" u="none" strike="noStrike" kern="1200" cap="none" spc="0" normalizeH="0" baseline="0" noProof="0" dirty="0">
                <a:ln>
                  <a:noFill/>
                </a:ln>
                <a:solidFill>
                  <a:srgbClr val="17347D"/>
                </a:solidFill>
                <a:effectLst/>
                <a:uLnTx/>
                <a:uFillTx/>
                <a:latin typeface="Arial" panose="020B0604020202090204"/>
                <a:ea typeface="宋体" pitchFamily="2" charset="-122"/>
                <a:cs typeface="+mn-cs"/>
              </a:rPr>
              <a:t>。</a:t>
            </a:r>
          </a:p>
          <a:p>
            <a:endParaRPr lang="en-US" altLang="zh-CN" sz="2400" dirty="0">
              <a:ea typeface="宋体"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9185AD4F-86AC-4D34-B902-48D349F73026}" type="slidenum">
              <a:rPr lang="en-US" altLang="zh-CN" sz="1200">
                <a:effectLst>
                  <a:outerShdw blurRad="38100" dist="38100" dir="2700000" algn="tl">
                    <a:srgbClr val="C0C0C0"/>
                  </a:outerShdw>
                </a:effectLst>
                <a:latin typeface="Verdana" panose="020B0804030504040204" pitchFamily="34" charset="0"/>
              </a:rPr>
              <a:t>35</a:t>
            </a:fld>
            <a:endParaRPr lang="en-US" altLang="zh-CN" sz="1200">
              <a:effectLst>
                <a:outerShdw blurRad="38100" dist="38100" dir="2700000" algn="tl">
                  <a:srgbClr val="C0C0C0"/>
                </a:outerShdw>
              </a:effectLst>
              <a:latin typeface="Verdana" panose="020B0804030504040204" pitchFamily="34" charset="0"/>
            </a:endParaRPr>
          </a:p>
        </p:txBody>
      </p:sp>
      <p:sp>
        <p:nvSpPr>
          <p:cNvPr id="44035" name="Rectangle 2"/>
          <p:cNvSpPr>
            <a:spLocks noGrp="1" noChangeArrowheads="1"/>
          </p:cNvSpPr>
          <p:nvPr>
            <p:ph type="title" idx="4294967295"/>
          </p:nvPr>
        </p:nvSpPr>
        <p:spPr/>
        <p:txBody>
          <a:bodyPr/>
          <a:lstStyle/>
          <a:p>
            <a:pPr eaLnBrk="1" hangingPunct="1"/>
            <a:r>
              <a:rPr lang="en-US" altLang="zh-CN" dirty="0">
                <a:ea typeface="宋体" pitchFamily="2" charset="-122"/>
              </a:rPr>
              <a:t>反义词</a:t>
            </a:r>
          </a:p>
        </p:txBody>
      </p:sp>
      <p:sp>
        <p:nvSpPr>
          <p:cNvPr id="44036"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dirty="0" err="1">
                <a:ea typeface="宋体" pitchFamily="2" charset="-122"/>
              </a:rPr>
              <a:t>一些术语，蕴含</a:t>
            </a:r>
            <a:r>
              <a:rPr lang="en-US" altLang="zh-CN" dirty="0">
                <a:ea typeface="宋体" pitchFamily="2" charset="-122"/>
              </a:rPr>
              <a:t> </a:t>
            </a:r>
            <a:r>
              <a:rPr lang="en-US" altLang="zh-CN" i="1" dirty="0">
                <a:ea typeface="宋体" pitchFamily="2" charset="-122"/>
              </a:rPr>
              <a:t>p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q</a:t>
            </a:r>
            <a:r>
              <a:rPr lang="en-US" altLang="zh-CN" dirty="0">
                <a:ea typeface="宋体" pitchFamily="2" charset="-122"/>
                <a:sym typeface="Symbol" panose="05050102010706020507" pitchFamily="18" charset="2"/>
              </a:rPr>
              <a:t>：</a:t>
            </a:r>
            <a:endParaRPr lang="en-US" altLang="zh-CN" dirty="0">
              <a:ea typeface="宋体" pitchFamily="2" charset="-122"/>
            </a:endParaRPr>
          </a:p>
          <a:p>
            <a:pPr eaLnBrk="1" hangingPunct="1"/>
            <a:r>
              <a:rPr lang="en-US" altLang="zh-CN" dirty="0">
                <a:solidFill>
                  <a:srgbClr val="000000"/>
                </a:solidFill>
                <a:ea typeface="宋体" pitchFamily="2" charset="-122"/>
              </a:rPr>
              <a:t>其</a:t>
            </a:r>
            <a:r>
              <a:rPr lang="en-US" altLang="zh-CN" i="1" dirty="0">
                <a:solidFill>
                  <a:srgbClr val="000000"/>
                </a:solidFill>
                <a:ea typeface="宋体" pitchFamily="2" charset="-122"/>
              </a:rPr>
              <a:t>反义词</a:t>
            </a:r>
            <a:r>
              <a:rPr lang="en-US" altLang="zh-CN" dirty="0">
                <a:solidFill>
                  <a:srgbClr val="000000"/>
                </a:solidFill>
                <a:ea typeface="宋体" pitchFamily="2" charset="-122"/>
                <a:sym typeface="Symbol" panose="05050102010706020507" pitchFamily="18" charset="2"/>
              </a:rPr>
              <a:t>为：</a:t>
            </a:r>
            <a:r>
              <a:rPr lang="en-US" altLang="zh-CN" i="1" dirty="0">
                <a:solidFill>
                  <a:srgbClr val="006600"/>
                </a:solidFill>
                <a:ea typeface="宋体" pitchFamily="2" charset="-122"/>
              </a:rPr>
              <a:t>q </a:t>
            </a:r>
            <a:r>
              <a:rPr lang="en-US" altLang="zh-CN" dirty="0">
                <a:solidFill>
                  <a:srgbClr val="006600"/>
                </a:solidFill>
                <a:ea typeface="宋体" pitchFamily="2" charset="-122"/>
                <a:sym typeface="Symbol" panose="05050102010706020507" pitchFamily="18" charset="2"/>
              </a:rPr>
              <a:t> </a:t>
            </a:r>
            <a:r>
              <a:rPr lang="en-US" altLang="zh-CN" i="1" dirty="0">
                <a:solidFill>
                  <a:srgbClr val="006600"/>
                </a:solidFill>
                <a:ea typeface="宋体" pitchFamily="2" charset="-122"/>
                <a:sym typeface="Symbol" panose="05050102010706020507" pitchFamily="18" charset="2"/>
              </a:rPr>
              <a:t>p</a:t>
            </a:r>
            <a:r>
              <a:rPr lang="en-US" altLang="zh-CN" dirty="0">
                <a:solidFill>
                  <a:srgbClr val="006600"/>
                </a:solidFill>
                <a:ea typeface="宋体" pitchFamily="2" charset="-122"/>
                <a:sym typeface="Symbol" panose="05050102010706020507" pitchFamily="18" charset="2"/>
              </a:rPr>
              <a:t>。</a:t>
            </a:r>
          </a:p>
          <a:p>
            <a:pPr eaLnBrk="1" hangingPunct="1"/>
            <a:r>
              <a:rPr lang="en-US" altLang="zh-CN" dirty="0">
                <a:solidFill>
                  <a:srgbClr val="000000"/>
                </a:solidFill>
                <a:ea typeface="宋体" pitchFamily="2" charset="-122"/>
                <a:sym typeface="Symbol" panose="05050102010706020507" pitchFamily="18" charset="2"/>
              </a:rPr>
              <a:t>它的</a:t>
            </a:r>
            <a:r>
              <a:rPr lang="en-US" altLang="zh-CN" i="1" dirty="0">
                <a:solidFill>
                  <a:srgbClr val="000000"/>
                </a:solidFill>
                <a:ea typeface="宋体" pitchFamily="2" charset="-122"/>
                <a:sym typeface="Symbol" panose="05050102010706020507" pitchFamily="18" charset="2"/>
              </a:rPr>
              <a:t>反证是</a:t>
            </a:r>
            <a:r>
              <a:rPr lang="en-US" altLang="zh-CN" dirty="0">
                <a:solidFill>
                  <a:srgbClr val="000000"/>
                </a:solidFill>
                <a:ea typeface="宋体" pitchFamily="2" charset="-122"/>
                <a:sym typeface="Symbol" panose="05050102010706020507" pitchFamily="18" charset="2"/>
              </a:rPr>
              <a:t>：</a:t>
            </a:r>
            <a:r>
              <a:rPr lang="en-US" altLang="zh-CN" dirty="0">
                <a:ea typeface="宋体" pitchFamily="2" charset="-122"/>
                <a:sym typeface="Symbol" panose="05050102010706020507" pitchFamily="18" charset="2"/>
              </a:rPr>
              <a:t>¬</a:t>
            </a:r>
            <a:r>
              <a:rPr lang="en-US" altLang="zh-CN" dirty="0">
                <a:solidFill>
                  <a:srgbClr val="006600"/>
                </a:solidFill>
                <a:latin typeface="Times New Roman" panose="02020503050405090304" pitchFamily="18" charset="0"/>
                <a:ea typeface="宋体" pitchFamily="2" charset="-122"/>
              </a:rPr>
              <a:t>q </a:t>
            </a:r>
            <a:r>
              <a:rPr lang="en-US" altLang="zh-CN" dirty="0">
                <a:solidFill>
                  <a:srgbClr val="006600"/>
                </a:solidFill>
                <a:ea typeface="宋体" pitchFamily="2" charset="-122"/>
                <a:sym typeface="Symbol" panose="05050102010706020507" pitchFamily="18" charset="2"/>
              </a:rPr>
              <a:t></a:t>
            </a:r>
            <a:r>
              <a:rPr lang="en-US" altLang="zh-CN" dirty="0">
                <a:solidFill>
                  <a:srgbClr val="006600"/>
                </a:solidFill>
                <a:latin typeface="Times New Roman" panose="02020503050405090304" pitchFamily="18" charset="0"/>
                <a:ea typeface="宋体" pitchFamily="2" charset="-122"/>
              </a:rPr>
              <a:t> ¬ </a:t>
            </a:r>
            <a:r>
              <a:rPr lang="en-US" altLang="zh-CN" i="1" dirty="0">
                <a:solidFill>
                  <a:srgbClr val="006600"/>
                </a:solidFill>
                <a:ea typeface="宋体" pitchFamily="2" charset="-122"/>
              </a:rPr>
              <a:t>p。</a:t>
            </a:r>
          </a:p>
          <a:p>
            <a:pPr eaLnBrk="1" hangingPunct="1"/>
            <a:r>
              <a:rPr lang="en-US" altLang="zh-CN" dirty="0">
                <a:solidFill>
                  <a:srgbClr val="000000"/>
                </a:solidFill>
                <a:ea typeface="宋体" pitchFamily="2" charset="-122"/>
                <a:sym typeface="Symbol" panose="05050102010706020507" pitchFamily="18" charset="2"/>
              </a:rPr>
              <a:t>其</a:t>
            </a:r>
            <a:r>
              <a:rPr lang="en-US" altLang="zh-CN" i="1" dirty="0">
                <a:solidFill>
                  <a:srgbClr val="000000"/>
                </a:solidFill>
                <a:ea typeface="宋体" pitchFamily="2" charset="-122"/>
                <a:sym typeface="Symbol" panose="05050102010706020507" pitchFamily="18" charset="2"/>
              </a:rPr>
              <a:t>反义词</a:t>
            </a:r>
            <a:r>
              <a:rPr lang="en-US" altLang="zh-CN" dirty="0">
                <a:solidFill>
                  <a:srgbClr val="000000"/>
                </a:solidFill>
                <a:ea typeface="宋体" pitchFamily="2" charset="-122"/>
                <a:sym typeface="Symbol" panose="05050102010706020507" pitchFamily="18" charset="2"/>
              </a:rPr>
              <a:t>：</a:t>
            </a:r>
            <a:r>
              <a:rPr lang="en-US" altLang="zh-CN" dirty="0">
                <a:solidFill>
                  <a:srgbClr val="006600"/>
                </a:solidFill>
                <a:latin typeface="Times New Roman" panose="02020503050405090304" pitchFamily="18" charset="0"/>
                <a:ea typeface="宋体" pitchFamily="2" charset="-122"/>
              </a:rPr>
              <a:t>¬ </a:t>
            </a:r>
            <a:r>
              <a:rPr lang="en-US" altLang="zh-CN" i="1" dirty="0">
                <a:solidFill>
                  <a:srgbClr val="006600"/>
                </a:solidFill>
                <a:ea typeface="宋体" pitchFamily="2" charset="-122"/>
              </a:rPr>
              <a:t>p </a:t>
            </a:r>
            <a:r>
              <a:rPr lang="en-US" altLang="zh-CN" dirty="0">
                <a:solidFill>
                  <a:srgbClr val="006600"/>
                </a:solidFill>
                <a:ea typeface="宋体" pitchFamily="2" charset="-122"/>
                <a:sym typeface="Symbol" panose="05050102010706020507" pitchFamily="18" charset="2"/>
              </a:rPr>
              <a:t></a:t>
            </a:r>
            <a:r>
              <a:rPr lang="en-US" altLang="zh-CN" dirty="0">
                <a:solidFill>
                  <a:srgbClr val="006600"/>
                </a:solidFill>
                <a:latin typeface="Times New Roman" panose="02020503050405090304" pitchFamily="18" charset="0"/>
                <a:ea typeface="宋体" pitchFamily="2" charset="-122"/>
              </a:rPr>
              <a:t> ¬ </a:t>
            </a:r>
            <a:r>
              <a:rPr lang="en-US" altLang="zh-CN" i="1" dirty="0">
                <a:solidFill>
                  <a:srgbClr val="006600"/>
                </a:solidFill>
                <a:ea typeface="宋体" pitchFamily="2" charset="-122"/>
              </a:rPr>
              <a:t>q。</a:t>
            </a:r>
          </a:p>
          <a:p>
            <a:pPr eaLnBrk="1" hangingPunct="1"/>
            <a:endParaRPr lang="en-US" altLang="zh-CN" dirty="0">
              <a:ea typeface="宋体" pitchFamily="2" charset="-122"/>
            </a:endParaRPr>
          </a:p>
          <a:p>
            <a:pPr eaLnBrk="1" hangingPunct="1"/>
            <a:r>
              <a:rPr lang="en-US" altLang="zh-CN" dirty="0" err="1">
                <a:ea typeface="宋体" pitchFamily="2" charset="-122"/>
              </a:rPr>
              <a:t>这两个词中哪一个与</a:t>
            </a:r>
            <a:r>
              <a:rPr lang="en-US" altLang="zh-CN" dirty="0">
                <a:ea typeface="宋体" pitchFamily="2" charset="-122"/>
              </a:rPr>
              <a:t> </a:t>
            </a:r>
            <a:r>
              <a:rPr lang="en-US" altLang="zh-CN" i="1" dirty="0">
                <a:ea typeface="宋体" pitchFamily="2" charset="-122"/>
              </a:rPr>
              <a:t>p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q</a:t>
            </a:r>
            <a:r>
              <a:rPr lang="en-US" altLang="zh-CN" dirty="0">
                <a:ea typeface="宋体" pitchFamily="2" charset="-122"/>
              </a:rPr>
              <a:t> </a:t>
            </a:r>
            <a:r>
              <a:rPr lang="en-US" altLang="zh-CN" dirty="0" err="1">
                <a:ea typeface="宋体" pitchFamily="2" charset="-122"/>
              </a:rPr>
              <a:t>具有</a:t>
            </a:r>
            <a:r>
              <a:rPr lang="en-US" altLang="zh-CN" i="1" dirty="0" err="1">
                <a:ea typeface="宋体" pitchFamily="2" charset="-122"/>
              </a:rPr>
              <a:t>相同的含义</a:t>
            </a:r>
            <a:r>
              <a:rPr lang="en-US" altLang="zh-CN" dirty="0" err="1">
                <a:ea typeface="宋体" pitchFamily="2" charset="-122"/>
              </a:rPr>
              <a:t>（表达相同的真理功能</a:t>
            </a:r>
            <a:r>
              <a:rPr lang="en-US" altLang="zh-CN" dirty="0">
                <a:ea typeface="宋体" pitchFamily="2" charset="-122"/>
              </a:rPr>
              <a:t>）？</a:t>
            </a:r>
            <a:r>
              <a:rPr lang="en-US" altLang="zh-CN" dirty="0" err="1">
                <a:ea typeface="宋体" pitchFamily="2" charset="-122"/>
                <a:sym typeface="Symbol" panose="05050102010706020507" pitchFamily="18" charset="2"/>
              </a:rPr>
              <a:t>证明它</a:t>
            </a:r>
            <a:r>
              <a:rPr lang="en-US" altLang="zh-CN" dirty="0">
                <a:ea typeface="宋体" pitchFamily="2" charset="-122"/>
                <a:sym typeface="Symbol" panose="05050102010706020507" pitchFamily="18" charset="2"/>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FCC13BD4-338E-480A-9A6D-78AD853E4589}" type="slidenum">
              <a:rPr lang="en-US" altLang="zh-CN" sz="1200">
                <a:effectLst>
                  <a:outerShdw blurRad="38100" dist="38100" dir="2700000" algn="tl">
                    <a:srgbClr val="C0C0C0"/>
                  </a:outerShdw>
                </a:effectLst>
                <a:latin typeface="Verdana" panose="020B0804030504040204" pitchFamily="34" charset="0"/>
              </a:rPr>
              <a:t>36</a:t>
            </a:fld>
            <a:endParaRPr lang="en-US" altLang="zh-CN" sz="1200">
              <a:effectLst>
                <a:outerShdw blurRad="38100" dist="38100" dir="2700000" algn="tl">
                  <a:srgbClr val="C0C0C0"/>
                </a:outerShdw>
              </a:effectLst>
              <a:latin typeface="Verdana" panose="020B0804030504040204" pitchFamily="34" charset="0"/>
            </a:endParaRPr>
          </a:p>
        </p:txBody>
      </p:sp>
      <p:sp>
        <p:nvSpPr>
          <p:cNvPr id="46083" name="Rectangle 2"/>
          <p:cNvSpPr>
            <a:spLocks noGrp="1" noChangeArrowheads="1"/>
          </p:cNvSpPr>
          <p:nvPr>
            <p:ph type="title" idx="4294967295"/>
          </p:nvPr>
        </p:nvSpPr>
        <p:spPr/>
        <p:txBody>
          <a:bodyPr/>
          <a:lstStyle/>
          <a:p>
            <a:pPr eaLnBrk="1" hangingPunct="1"/>
            <a:endParaRPr lang="zh-CN" altLang="zh-CN">
              <a:ea typeface="宋体" pitchFamily="2" charset="-122"/>
            </a:endParaRPr>
          </a:p>
        </p:txBody>
      </p:sp>
      <p:sp>
        <p:nvSpPr>
          <p:cNvPr id="46084"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a:solidFill>
                  <a:srgbClr val="000000"/>
                </a:solidFill>
                <a:ea typeface="宋体" pitchFamily="2" charset="-122"/>
              </a:rPr>
              <a:t>使用真值表证明 </a:t>
            </a:r>
            <a:r>
              <a:rPr lang="en-US" altLang="zh-CN" i="1">
                <a:solidFill>
                  <a:srgbClr val="000000"/>
                </a:solidFill>
                <a:ea typeface="宋体" pitchFamily="2" charset="-122"/>
              </a:rPr>
              <a:t>p </a:t>
            </a:r>
            <a:r>
              <a:rPr lang="en-US" altLang="zh-CN">
                <a:solidFill>
                  <a:srgbClr val="000000"/>
                </a:solidFill>
                <a:ea typeface="宋体" pitchFamily="2" charset="-122"/>
                <a:sym typeface="Symbol" panose="05050102010706020507" pitchFamily="18" charset="2"/>
              </a:rPr>
              <a:t> </a:t>
            </a:r>
            <a:r>
              <a:rPr lang="en-US" altLang="zh-CN" i="1">
                <a:solidFill>
                  <a:srgbClr val="000000"/>
                </a:solidFill>
                <a:ea typeface="宋体" pitchFamily="2" charset="-122"/>
                <a:sym typeface="Symbol" panose="05050102010706020507" pitchFamily="18" charset="2"/>
              </a:rPr>
              <a:t>q </a:t>
            </a:r>
            <a:r>
              <a:rPr lang="en-US" altLang="zh-CN">
                <a:solidFill>
                  <a:srgbClr val="000000"/>
                </a:solidFill>
                <a:ea typeface="宋体" pitchFamily="2" charset="-122"/>
                <a:sym typeface="Symbol" panose="05050102010706020507" pitchFamily="18" charset="2"/>
              </a:rPr>
              <a:t>及其反证的</a:t>
            </a:r>
            <a:r>
              <a:rPr lang="en-US" altLang="zh-CN">
                <a:solidFill>
                  <a:srgbClr val="000000"/>
                </a:solidFill>
                <a:ea typeface="宋体" pitchFamily="2" charset="-122"/>
              </a:rPr>
              <a:t>等价性：</a:t>
            </a:r>
          </a:p>
        </p:txBody>
      </p:sp>
      <p:graphicFrame>
        <p:nvGraphicFramePr>
          <p:cNvPr id="46085" name="Object 4"/>
          <p:cNvGraphicFramePr>
            <a:graphicFrameLocks noChangeAspect="1"/>
          </p:cNvGraphicFramePr>
          <p:nvPr/>
        </p:nvGraphicFramePr>
        <p:xfrm>
          <a:off x="914400" y="3127375"/>
          <a:ext cx="7207250" cy="2741613"/>
        </p:xfrm>
        <a:graphic>
          <a:graphicData uri="http://schemas.openxmlformats.org/presentationml/2006/ole">
            <mc:AlternateContent xmlns:mc="http://schemas.openxmlformats.org/markup-compatibility/2006">
              <mc:Choice xmlns:v="urn:schemas-microsoft-com:vml" Requires="v">
                <p:oleObj r:id="rId2" imgW="7217410" imgH="2839085" progId="Word.Document.8">
                  <p:embed/>
                </p:oleObj>
              </mc:Choice>
              <mc:Fallback>
                <p:oleObj r:id="rId2" imgW="7217410" imgH="2839085"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127375"/>
                        <a:ext cx="7207250" cy="274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00BB325-0D9D-4DD9-9FFC-BAE5BC1F8022}" type="slidenum">
              <a:rPr lang="en-US" altLang="zh-CN" sz="1200">
                <a:effectLst>
                  <a:outerShdw blurRad="38100" dist="38100" dir="2700000" algn="tl">
                    <a:srgbClr val="C0C0C0"/>
                  </a:outerShdw>
                </a:effectLst>
                <a:latin typeface="Verdana" panose="020B0804030504040204" pitchFamily="34" charset="0"/>
              </a:rPr>
              <a:t>37</a:t>
            </a:fld>
            <a:endParaRPr lang="en-US" altLang="zh-CN" sz="1200">
              <a:effectLst>
                <a:outerShdw blurRad="38100" dist="38100" dir="2700000" algn="tl">
                  <a:srgbClr val="C0C0C0"/>
                </a:outerShdw>
              </a:effectLst>
              <a:latin typeface="Verdana" panose="020B0804030504040204" pitchFamily="34" charset="0"/>
            </a:endParaRPr>
          </a:p>
        </p:txBody>
      </p:sp>
      <p:sp>
        <p:nvSpPr>
          <p:cNvPr id="106499"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xmlns:a14="http://schemas.microsoft.com/office/drawing/2010/main">
        <mc:Choice Requires="a14">
          <p:sp>
            <p:nvSpPr>
              <p:cNvPr id="106500" name="Rectangle 3"/>
              <p:cNvSpPr>
                <a:spLocks noGrp="1" noChangeArrowheads="1"/>
              </p:cNvSpPr>
              <p:nvPr>
                <p:ph type="body" idx="4294967295"/>
              </p:nvPr>
            </p:nvSpPr>
            <p:spPr>
              <a:xfrm>
                <a:off x="0" y="1447800"/>
                <a:ext cx="9145588" cy="4725988"/>
              </a:xfrm>
            </p:spPr>
            <p:txBody>
              <a:bodyPr/>
              <a:lstStyle/>
              <a:p>
                <a:r>
                  <a:rPr lang="en-US" altLang="zh-CN" dirty="0">
                    <a:ea typeface="宋体" pitchFamily="2" charset="-122"/>
                  </a:rPr>
                  <a:t>10.</a:t>
                </a:r>
                <a:r>
                  <a:rPr lang="zh-CN" altLang="en-US" dirty="0">
                    <a:ea typeface="宋体" pitchFamily="2" charset="-122"/>
                  </a:rPr>
                  <a:t>哪种赋值会使得</a:t>
                </a:r>
                <a14:m>
                  <m:oMath xmlns:m="http://schemas.openxmlformats.org/officeDocument/2006/math">
                    <m:r>
                      <a:rPr lang="en-US" altLang="zh-CN" b="0" i="1" smtClean="0">
                        <a:latin typeface="Cambria Math" panose="02040503050406030204"/>
                        <a:ea typeface="宋体" pitchFamily="2" charset="-122"/>
                      </a:rPr>
                      <m:t>𝑞</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𝑝</m:t>
                    </m:r>
                  </m:oMath>
                </a14:m>
                <a:r>
                  <a:rPr lang="zh-CN" altLang="en-US" dirty="0">
                    <a:ea typeface="宋体" pitchFamily="2" charset="-122"/>
                  </a:rPr>
                  <a:t>不成立</a:t>
                </a:r>
                <a:r>
                  <a:rPr lang="en-US" altLang="zh-CN" dirty="0">
                    <a:ea typeface="宋体" pitchFamily="2" charset="-122"/>
                  </a:rPr>
                  <a:t> ？</a:t>
                </a:r>
              </a:p>
              <a:p>
                <a:r>
                  <a:rPr lang="en-US" altLang="zh-CN" dirty="0">
                    <a:ea typeface="宋体" pitchFamily="2" charset="-122"/>
                  </a:rPr>
                  <a:t>A) p 为真，q 为真</a:t>
                </a:r>
              </a:p>
              <a:p>
                <a:r>
                  <a:rPr lang="en-US" altLang="zh-CN" dirty="0">
                    <a:ea typeface="宋体" pitchFamily="2" charset="-122"/>
                  </a:rPr>
                  <a:t>B) p 为真，q 为假</a:t>
                </a:r>
                <a:endParaRPr lang="zh-CN" altLang="zh-CN" dirty="0">
                  <a:ea typeface="宋体" pitchFamily="2" charset="-122"/>
                </a:endParaRPr>
              </a:p>
              <a:p>
                <a:r>
                  <a:rPr lang="en-US" altLang="zh-CN" dirty="0">
                    <a:ea typeface="宋体" pitchFamily="2" charset="-122"/>
                  </a:rPr>
                  <a:t>C) p 假，q 假</a:t>
                </a:r>
                <a:endParaRPr lang="zh-CN" altLang="zh-CN" dirty="0">
                  <a:ea typeface="宋体" pitchFamily="2" charset="-122"/>
                </a:endParaRPr>
              </a:p>
              <a:p>
                <a:r>
                  <a:rPr lang="en-US" altLang="zh-CN" dirty="0">
                    <a:ea typeface="宋体" pitchFamily="2" charset="-122"/>
                  </a:rPr>
                  <a:t>D) p 为假，q 为真</a:t>
                </a:r>
                <a:endParaRPr lang="zh-CN" altLang="zh-CN" dirty="0">
                  <a:ea typeface="宋体" pitchFamily="2" charset="-122"/>
                </a:endParaRPr>
              </a:p>
              <a:p>
                <a:endParaRPr lang="en-US" altLang="zh-CN" sz="2400" dirty="0">
                  <a:ea typeface="宋体" pitchFamily="2" charset="-122"/>
                </a:endParaRPr>
              </a:p>
            </p:txBody>
          </p:sp>
        </mc:Choice>
        <mc:Fallback xmlns="">
          <p:sp>
            <p:nvSpPr>
              <p:cNvPr id="106500" name="Rectangle 3"/>
              <p:cNvSpPr>
                <a:spLocks noRot="1" noChangeAspect="1" noMove="1" noResize="1" noEditPoints="1" noAdjustHandles="1" noChangeArrowheads="1" noChangeShapeType="1" noTextEdit="1"/>
              </p:cNvSpPr>
              <p:nvPr>
                <p:ph type="body" idx="4294967295"/>
              </p:nvPr>
            </p:nvSpPr>
            <p:spPr>
              <a:xfrm>
                <a:off x="0" y="1447800"/>
                <a:ext cx="9145588" cy="4725988"/>
              </a:xfrm>
              <a:blipFill rotWithShape="1">
                <a:blip r:embed="rId2"/>
                <a:stretch>
                  <a:fillRect r="3" b="7"/>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3B83298-FC1B-412C-8405-114D1B623694}" type="slidenum">
              <a:rPr lang="en-US" altLang="zh-CN" sz="1200">
                <a:effectLst>
                  <a:outerShdw blurRad="38100" dist="38100" dir="2700000" algn="tl">
                    <a:srgbClr val="C0C0C0"/>
                  </a:outerShdw>
                </a:effectLst>
                <a:latin typeface="Verdana" panose="020B0804030504040204" pitchFamily="34" charset="0"/>
              </a:rPr>
              <a:t>38</a:t>
            </a:fld>
            <a:endParaRPr lang="en-US" altLang="zh-CN" sz="1200">
              <a:effectLst>
                <a:outerShdw blurRad="38100" dist="38100" dir="2700000" algn="tl">
                  <a:srgbClr val="C0C0C0"/>
                </a:outerShdw>
              </a:effectLst>
              <a:latin typeface="Verdana" panose="020B0804030504040204" pitchFamily="34" charset="0"/>
            </a:endParaRPr>
          </a:p>
        </p:txBody>
      </p:sp>
      <p:sp>
        <p:nvSpPr>
          <p:cNvPr id="47107" name="Rectangle 2"/>
          <p:cNvSpPr>
            <a:spLocks noGrp="1" noChangeArrowheads="1"/>
          </p:cNvSpPr>
          <p:nvPr>
            <p:ph type="title" idx="4294967295"/>
          </p:nvPr>
        </p:nvSpPr>
        <p:spPr/>
        <p:txBody>
          <a:bodyPr/>
          <a:lstStyle/>
          <a:p>
            <a:pPr eaLnBrk="1" hangingPunct="1"/>
            <a:r>
              <a:rPr lang="en-GB" altLang="en-US" dirty="0" err="1">
                <a:ea typeface="宋体" pitchFamily="2" charset="-122"/>
              </a:rPr>
              <a:t>但我们不是在</a:t>
            </a:r>
            <a:r>
              <a:rPr lang="zh-CN" altLang="en-US" dirty="0">
                <a:ea typeface="宋体" pitchFamily="2" charset="-122"/>
              </a:rPr>
              <a:t>学习语言</a:t>
            </a:r>
            <a:endParaRPr lang="en-US" altLang="zh-CN" dirty="0">
              <a:ea typeface="宋体" pitchFamily="2" charset="-122"/>
            </a:endParaRPr>
          </a:p>
        </p:txBody>
      </p:sp>
      <p:sp>
        <p:nvSpPr>
          <p:cNvPr id="47108" name="Rectangle 3"/>
          <p:cNvSpPr>
            <a:spLocks noGrp="1" noChangeArrowheads="1"/>
          </p:cNvSpPr>
          <p:nvPr>
            <p:ph type="body" idx="4294967295"/>
          </p:nvPr>
        </p:nvSpPr>
        <p:spPr/>
        <p:txBody>
          <a:bodyPr/>
          <a:lstStyle/>
          <a:p>
            <a:pPr eaLnBrk="1" hangingPunct="1">
              <a:lnSpc>
                <a:spcPct val="90000"/>
              </a:lnSpc>
            </a:pPr>
            <a:r>
              <a:rPr lang="en-GB" altLang="en-US" dirty="0">
                <a:ea typeface="宋体" pitchFamily="2" charset="-122"/>
              </a:rPr>
              <a:t>在</a:t>
            </a:r>
            <a:r>
              <a:rPr lang="zh-CN" altLang="en-US" dirty="0">
                <a:ea typeface="宋体" pitchFamily="2" charset="-122"/>
              </a:rPr>
              <a:t>自然语言</a:t>
            </a:r>
            <a:r>
              <a:rPr lang="en-GB" altLang="en-US" dirty="0" err="1">
                <a:ea typeface="宋体" pitchFamily="2" charset="-122"/>
              </a:rPr>
              <a:t>中，可能没有两个</a:t>
            </a:r>
            <a:r>
              <a:rPr lang="zh-CN" altLang="en-US" dirty="0">
                <a:ea typeface="宋体" pitchFamily="2" charset="-122"/>
              </a:rPr>
              <a:t>命题</a:t>
            </a:r>
            <a:r>
              <a:rPr lang="en-GB" altLang="en-US" dirty="0" err="1">
                <a:ea typeface="宋体" pitchFamily="2" charset="-122"/>
              </a:rPr>
              <a:t>表达的意思是完全相同的</a:t>
            </a:r>
            <a:endParaRPr lang="en-GB" altLang="en-US" dirty="0">
              <a:ea typeface="宋体" pitchFamily="2" charset="-122"/>
            </a:endParaRPr>
          </a:p>
          <a:p>
            <a:pPr eaLnBrk="1" hangingPunct="1">
              <a:lnSpc>
                <a:spcPct val="90000"/>
              </a:lnSpc>
            </a:pPr>
            <a:r>
              <a:rPr lang="en-GB" altLang="en-US" dirty="0" err="1">
                <a:ea typeface="宋体" pitchFamily="2" charset="-122"/>
              </a:rPr>
              <a:t>例如</a:t>
            </a:r>
            <a:r>
              <a:rPr lang="zh-CN" altLang="en-US" dirty="0">
                <a:ea typeface="宋体" pitchFamily="2" charset="-122"/>
              </a:rPr>
              <a:t>：</a:t>
            </a:r>
            <a:r>
              <a:rPr lang="en-GB" altLang="en-US" dirty="0">
                <a:ea typeface="宋体" pitchFamily="2" charset="-122"/>
              </a:rPr>
              <a:t> </a:t>
            </a:r>
            <a:br>
              <a:rPr lang="en-GB" altLang="en-US" dirty="0">
                <a:ea typeface="宋体" pitchFamily="2" charset="-122"/>
              </a:rPr>
            </a:br>
            <a:r>
              <a:rPr lang="en-GB" altLang="en-US" i="1" dirty="0">
                <a:ea typeface="宋体" pitchFamily="2" charset="-122"/>
              </a:rPr>
              <a:t>如果玛丽去，我就去参加聚会</a:t>
            </a:r>
            <a:br>
              <a:rPr lang="en-GB" altLang="en-US" i="1" dirty="0">
                <a:ea typeface="宋体" pitchFamily="2" charset="-122"/>
              </a:rPr>
            </a:br>
            <a:r>
              <a:rPr lang="en-GB" altLang="en-US" dirty="0">
                <a:ea typeface="宋体" pitchFamily="2" charset="-122"/>
              </a:rPr>
              <a:t>可以解释为暗示</a:t>
            </a:r>
            <a:br>
              <a:rPr lang="en-GB" altLang="en-US" dirty="0">
                <a:ea typeface="宋体" pitchFamily="2" charset="-122"/>
              </a:rPr>
            </a:br>
            <a:r>
              <a:rPr lang="en-GB" altLang="en-US" dirty="0">
                <a:ea typeface="宋体" pitchFamily="2" charset="-122"/>
              </a:rPr>
              <a:t>只有</a:t>
            </a:r>
            <a:r>
              <a:rPr lang="en-GB" altLang="en-US" i="1" dirty="0">
                <a:ea typeface="宋体" pitchFamily="2" charset="-122"/>
              </a:rPr>
              <a:t>玛丽去了，我</a:t>
            </a:r>
            <a:r>
              <a:rPr lang="en-GB" altLang="en-US" dirty="0">
                <a:ea typeface="宋体" pitchFamily="2" charset="-122"/>
              </a:rPr>
              <a:t>才</a:t>
            </a:r>
            <a:r>
              <a:rPr lang="en-GB" altLang="en-US" i="1" dirty="0">
                <a:ea typeface="宋体" pitchFamily="2" charset="-122"/>
              </a:rPr>
              <a:t>会去参加聚会</a:t>
            </a:r>
            <a:br>
              <a:rPr lang="en-GB" altLang="en-US" i="1" dirty="0">
                <a:ea typeface="宋体" pitchFamily="2" charset="-122"/>
              </a:rPr>
            </a:br>
            <a:r>
              <a:rPr lang="en-GB" altLang="en-US" dirty="0">
                <a:ea typeface="宋体" pitchFamily="2" charset="-122"/>
              </a:rPr>
              <a:t>这样，句子就变成了一个双条件句：</a:t>
            </a:r>
            <a:br>
              <a:rPr lang="en-GB" altLang="en-US" dirty="0">
                <a:ea typeface="宋体" pitchFamily="2" charset="-122"/>
              </a:rPr>
            </a:br>
            <a:r>
              <a:rPr lang="en-GB" altLang="en-US" dirty="0">
                <a:ea typeface="宋体" pitchFamily="2" charset="-122"/>
              </a:rPr>
              <a:t>如果 Mary 去，我就去</a:t>
            </a:r>
            <a:endParaRPr lang="en-US" altLang="zh-CN" dirty="0">
              <a:ea typeface="宋体"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3B83298-FC1B-412C-8405-114D1B623694}" type="slidenum">
              <a:rPr lang="en-US" altLang="zh-CN" sz="1200">
                <a:effectLst>
                  <a:outerShdw blurRad="38100" dist="38100" dir="2700000" algn="tl">
                    <a:srgbClr val="C0C0C0"/>
                  </a:outerShdw>
                </a:effectLst>
                <a:latin typeface="Verdana" panose="020B0804030504040204" pitchFamily="34" charset="0"/>
              </a:rPr>
              <a:t>39</a:t>
            </a:fld>
            <a:endParaRPr lang="en-US" altLang="zh-CN" sz="1200">
              <a:effectLst>
                <a:outerShdw blurRad="38100" dist="38100" dir="2700000" algn="tl">
                  <a:srgbClr val="C0C0C0"/>
                </a:outerShdw>
              </a:effectLst>
              <a:latin typeface="Verdana" panose="020B0804030504040204" pitchFamily="34" charset="0"/>
            </a:endParaRPr>
          </a:p>
        </p:txBody>
      </p:sp>
      <p:sp>
        <p:nvSpPr>
          <p:cNvPr id="47107" name="Rectangle 2"/>
          <p:cNvSpPr>
            <a:spLocks noGrp="1" noChangeArrowheads="1"/>
          </p:cNvSpPr>
          <p:nvPr>
            <p:ph type="title" idx="4294967295"/>
          </p:nvPr>
        </p:nvSpPr>
        <p:spPr/>
        <p:txBody>
          <a:bodyPr/>
          <a:lstStyle/>
          <a:p>
            <a:pPr eaLnBrk="1" hangingPunct="1"/>
            <a:r>
              <a:rPr lang="en-GB" altLang="en-US" dirty="0" err="1">
                <a:ea typeface="宋体" pitchFamily="2" charset="-122"/>
              </a:rPr>
              <a:t>但我们不是在</a:t>
            </a:r>
            <a:r>
              <a:rPr lang="zh-CN" altLang="en-US" dirty="0">
                <a:ea typeface="宋体" pitchFamily="2" charset="-122"/>
              </a:rPr>
              <a:t>学习语言</a:t>
            </a:r>
            <a:endParaRPr lang="en-US" altLang="zh-CN" dirty="0">
              <a:ea typeface="宋体" pitchFamily="2" charset="-122"/>
            </a:endParaRPr>
          </a:p>
        </p:txBody>
      </p:sp>
      <p:sp>
        <p:nvSpPr>
          <p:cNvPr id="47108" name="Rectangle 3"/>
          <p:cNvSpPr>
            <a:spLocks noGrp="1" noChangeArrowheads="1"/>
          </p:cNvSpPr>
          <p:nvPr>
            <p:ph type="body" idx="4294967295"/>
          </p:nvPr>
        </p:nvSpPr>
        <p:spPr/>
        <p:txBody>
          <a:bodyPr/>
          <a:lstStyle/>
          <a:p>
            <a:pPr eaLnBrk="1" hangingPunct="1">
              <a:lnSpc>
                <a:spcPct val="90000"/>
              </a:lnSpc>
            </a:pPr>
            <a:r>
              <a:rPr lang="en-GB" altLang="en-US" dirty="0">
                <a:ea typeface="宋体" pitchFamily="2" charset="-122"/>
              </a:rPr>
              <a:t>在</a:t>
            </a:r>
            <a:r>
              <a:rPr lang="zh-CN" altLang="en-US" dirty="0">
                <a:ea typeface="宋体" pitchFamily="2" charset="-122"/>
              </a:rPr>
              <a:t>自然语言</a:t>
            </a:r>
            <a:r>
              <a:rPr lang="en-GB" altLang="en-US" dirty="0" err="1">
                <a:ea typeface="宋体" pitchFamily="2" charset="-122"/>
              </a:rPr>
              <a:t>中，可能没有两个</a:t>
            </a:r>
            <a:r>
              <a:rPr lang="zh-CN" altLang="en-US" dirty="0">
                <a:ea typeface="宋体" pitchFamily="2" charset="-122"/>
              </a:rPr>
              <a:t>命题</a:t>
            </a:r>
            <a:r>
              <a:rPr lang="en-GB" altLang="en-US" dirty="0" err="1">
                <a:ea typeface="宋体" pitchFamily="2" charset="-122"/>
              </a:rPr>
              <a:t>表达的意思是完全相同的</a:t>
            </a:r>
            <a:endParaRPr lang="en-GB" altLang="en-US" dirty="0">
              <a:ea typeface="宋体" pitchFamily="2" charset="-122"/>
            </a:endParaRPr>
          </a:p>
          <a:p>
            <a:pPr eaLnBrk="1" hangingPunct="1">
              <a:lnSpc>
                <a:spcPct val="90000"/>
              </a:lnSpc>
            </a:pPr>
            <a:r>
              <a:rPr lang="en-US" altLang="zh-CN" dirty="0" err="1">
                <a:ea typeface="宋体" pitchFamily="2" charset="-122"/>
              </a:rPr>
              <a:t>要么</a:t>
            </a:r>
            <a:r>
              <a:rPr lang="en-US" altLang="zh-CN" dirty="0">
                <a:ea typeface="宋体" pitchFamily="2" charset="-122"/>
              </a:rPr>
              <a:t>.....</a:t>
            </a:r>
            <a:r>
              <a:rPr lang="en-US" altLang="zh-CN" dirty="0">
                <a:latin typeface="Arial" panose="020B0604020202090204" pitchFamily="34" charset="0"/>
                <a:ea typeface="宋体" pitchFamily="2" charset="-122"/>
                <a:sym typeface="Symbol" panose="05050102010706020507" pitchFamily="18" charset="2"/>
              </a:rPr>
              <a:t>.</a:t>
            </a:r>
            <a:r>
              <a:rPr lang="en-US" altLang="zh-CN" dirty="0">
                <a:ea typeface="宋体" pitchFamily="2" charset="-122"/>
              </a:rPr>
              <a:t>要么</a:t>
            </a:r>
            <a:r>
              <a:rPr lang="en-US" altLang="zh-CN" dirty="0">
                <a:latin typeface="Arial" panose="020B0604020202090204" pitchFamily="34" charset="0"/>
                <a:ea typeface="宋体" pitchFamily="2" charset="-122"/>
                <a:sym typeface="Symbol" panose="05050102010706020507" pitchFamily="18" charset="2"/>
              </a:rPr>
              <a:t>...... </a:t>
            </a:r>
            <a:endParaRPr lang="en-US" altLang="zh-CN" dirty="0">
              <a:latin typeface="Arial" panose="020B0604020202090204" pitchFamily="34" charset="0"/>
              <a:sym typeface="Symbol" panose="05050102010706020507" pitchFamily="18" charset="2"/>
            </a:endParaRPr>
          </a:p>
          <a:p>
            <a:pPr marL="0" indent="0" eaLnBrk="1" hangingPunct="1">
              <a:lnSpc>
                <a:spcPct val="90000"/>
              </a:lnSpc>
              <a:buNone/>
            </a:pPr>
            <a:endParaRPr lang="en-US" altLang="zh-CN" dirty="0">
              <a:ea typeface="宋体" pitchFamily="2" charset="-122"/>
            </a:endParaRPr>
          </a:p>
        </p:txBody>
      </p:sp>
      <p:pic>
        <p:nvPicPr>
          <p:cNvPr id="3" name="图片 2"/>
          <p:cNvPicPr>
            <a:picLocks noChangeAspect="1"/>
          </p:cNvPicPr>
          <p:nvPr/>
        </p:nvPicPr>
        <p:blipFill>
          <a:blip r:embed="rId2"/>
          <a:stretch>
            <a:fillRect/>
          </a:stretch>
        </p:blipFill>
        <p:spPr>
          <a:xfrm>
            <a:off x="2743248" y="2854294"/>
            <a:ext cx="4996758" cy="1595657"/>
          </a:xfrm>
          <a:prstGeom prst="rect">
            <a:avLst/>
          </a:prstGeom>
          <a:ln>
            <a:solidFill>
              <a:schemeClr val="tx1"/>
            </a:solidFill>
          </a:ln>
        </p:spPr>
      </p:pic>
      <p:pic>
        <p:nvPicPr>
          <p:cNvPr id="5" name="图片 4"/>
          <p:cNvPicPr>
            <a:picLocks noChangeAspect="1"/>
          </p:cNvPicPr>
          <p:nvPr/>
        </p:nvPicPr>
        <p:blipFill>
          <a:blip r:embed="rId3"/>
          <a:stretch>
            <a:fillRect/>
          </a:stretch>
        </p:blipFill>
        <p:spPr>
          <a:xfrm>
            <a:off x="2772739" y="4495773"/>
            <a:ext cx="4693612" cy="1892328"/>
          </a:xfrm>
          <a:prstGeom prst="rect">
            <a:avLst/>
          </a:prstGeom>
          <a:ln>
            <a:solidFill>
              <a:schemeClr val="tx1"/>
            </a:solidFill>
          </a:ln>
        </p:spPr>
      </p:pic>
      <p:sp>
        <p:nvSpPr>
          <p:cNvPr id="6" name="文本框 5"/>
          <p:cNvSpPr txBox="1"/>
          <p:nvPr/>
        </p:nvSpPr>
        <p:spPr>
          <a:xfrm>
            <a:off x="1014276" y="3328956"/>
            <a:ext cx="1210588" cy="646331"/>
          </a:xfrm>
          <a:prstGeom prst="rect">
            <a:avLst/>
          </a:prstGeom>
          <a:noFill/>
        </p:spPr>
        <p:txBody>
          <a:bodyPr wrap="none" rtlCol="0">
            <a:spAutoFit/>
          </a:bodyPr>
          <a:lstStyle/>
          <a:p>
            <a:r>
              <a:rPr lang="en-US" altLang="zh-CN" dirty="0"/>
              <a:t>朗文 </a:t>
            </a:r>
          </a:p>
          <a:p>
            <a:r>
              <a:rPr lang="en-US" altLang="zh-CN" dirty="0"/>
              <a:t>词典</a:t>
            </a:r>
            <a:endParaRPr lang="en-US" altLang="zh-CN" b="1" i="0" dirty="0">
              <a:solidFill>
                <a:srgbClr val="333333"/>
              </a:solidFill>
              <a:effectLst/>
              <a:latin typeface="Arial" panose="020B0604020202090204" pitchFamily="34" charset="0"/>
            </a:endParaRPr>
          </a:p>
        </p:txBody>
      </p:sp>
      <p:sp>
        <p:nvSpPr>
          <p:cNvPr id="7" name="文本框 6"/>
          <p:cNvSpPr txBox="1"/>
          <p:nvPr/>
        </p:nvSpPr>
        <p:spPr>
          <a:xfrm>
            <a:off x="1009676" y="4952960"/>
            <a:ext cx="1377300" cy="646331"/>
          </a:xfrm>
          <a:prstGeom prst="rect">
            <a:avLst/>
          </a:prstGeom>
          <a:noFill/>
        </p:spPr>
        <p:txBody>
          <a:bodyPr wrap="none" rtlCol="0">
            <a:spAutoFit/>
          </a:bodyPr>
          <a:lstStyle/>
          <a:p>
            <a:r>
              <a:rPr lang="en-US" altLang="zh-CN" dirty="0"/>
              <a:t>剑桥 </a:t>
            </a:r>
          </a:p>
          <a:p>
            <a:r>
              <a:rPr lang="en-US" altLang="zh-CN" dirty="0"/>
              <a:t>词典</a:t>
            </a:r>
            <a:endParaRPr lang="en-US" altLang="zh-CN" b="1" i="0" dirty="0">
              <a:solidFill>
                <a:srgbClr val="333333"/>
              </a:solidFill>
              <a:effectLst/>
              <a:latin typeface="Arial" panose="020B060402020209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97592964-5D93-487E-AD4A-9ACCBFE03E32}" type="slidenum">
              <a:rPr lang="en-US" altLang="zh-CN" sz="1200">
                <a:effectLst>
                  <a:outerShdw blurRad="38100" dist="38100" dir="2700000" algn="tl">
                    <a:srgbClr val="C0C0C0"/>
                  </a:outerShdw>
                </a:effectLst>
                <a:latin typeface="Verdana" panose="020B0804030504040204" pitchFamily="34" charset="0"/>
              </a:rPr>
              <a:t>40</a:t>
            </a:fld>
            <a:endParaRPr lang="en-US" altLang="zh-CN" sz="1200">
              <a:effectLst>
                <a:outerShdw blurRad="38100" dist="38100" dir="2700000" algn="tl">
                  <a:srgbClr val="C0C0C0"/>
                </a:outerShdw>
              </a:effectLst>
              <a:latin typeface="Verdana" panose="020B0804030504040204" pitchFamily="34" charset="0"/>
            </a:endParaRPr>
          </a:p>
        </p:txBody>
      </p:sp>
      <p:sp>
        <p:nvSpPr>
          <p:cNvPr id="48131" name="Rectangle 2"/>
          <p:cNvSpPr>
            <a:spLocks noGrp="1" noChangeArrowheads="1"/>
          </p:cNvSpPr>
          <p:nvPr>
            <p:ph type="title" idx="4294967295"/>
          </p:nvPr>
        </p:nvSpPr>
        <p:spPr/>
        <p:txBody>
          <a:bodyPr/>
          <a:lstStyle/>
          <a:p>
            <a:pPr eaLnBrk="1" hangingPunct="1"/>
            <a:r>
              <a:rPr lang="zh-CN" altLang="en-US" dirty="0">
                <a:ea typeface="宋体" pitchFamily="2" charset="-122"/>
              </a:rPr>
              <a:t>双向蕴含</a:t>
            </a:r>
            <a:r>
              <a:rPr lang="en-US" altLang="zh-CN" dirty="0" err="1">
                <a:ea typeface="宋体" pitchFamily="2" charset="-122"/>
              </a:rPr>
              <a:t>真值表</a:t>
            </a:r>
            <a:endParaRPr lang="en-US" altLang="zh-CN" dirty="0">
              <a:ea typeface="宋体" pitchFamily="2" charset="-122"/>
            </a:endParaRPr>
          </a:p>
        </p:txBody>
      </p:sp>
      <p:sp>
        <p:nvSpPr>
          <p:cNvPr id="48132" name="Rectangle 3"/>
          <p:cNvSpPr>
            <a:spLocks noGrp="1" noChangeArrowheads="1"/>
          </p:cNvSpPr>
          <p:nvPr>
            <p:ph type="body" idx="4294967295"/>
          </p:nvPr>
        </p:nvSpPr>
        <p:spPr>
          <a:xfrm>
            <a:off x="457200" y="1600200"/>
            <a:ext cx="8229600" cy="4608513"/>
          </a:xfrm>
        </p:spPr>
        <p:txBody>
          <a:bodyPr/>
          <a:lstStyle/>
          <a:p>
            <a:pPr eaLnBrk="1" hangingPunct="1">
              <a:lnSpc>
                <a:spcPct val="90000"/>
              </a:lnSpc>
            </a:pPr>
            <a:r>
              <a:rPr lang="en-US" altLang="zh-CN" i="1">
                <a:ea typeface="宋体" pitchFamily="2" charset="-122"/>
              </a:rPr>
              <a:t>p </a:t>
            </a:r>
            <a:r>
              <a:rPr lang="en-US" altLang="zh-CN">
                <a:ea typeface="宋体" pitchFamily="2" charset="-122"/>
                <a:sym typeface="Symbol" panose="05050102010706020507" pitchFamily="18" charset="2"/>
              </a:rPr>
              <a:t> </a:t>
            </a:r>
            <a:r>
              <a:rPr lang="en-US" altLang="zh-CN" i="1">
                <a:ea typeface="宋体" pitchFamily="2" charset="-122"/>
              </a:rPr>
              <a:t>q </a:t>
            </a:r>
            <a:r>
              <a:rPr lang="en-US" altLang="zh-CN">
                <a:ea typeface="宋体" pitchFamily="2" charset="-122"/>
              </a:rPr>
              <a:t>表示 </a:t>
            </a:r>
            <a:r>
              <a:rPr lang="en-US" altLang="zh-CN" i="1">
                <a:ea typeface="宋体" pitchFamily="2" charset="-122"/>
              </a:rPr>
              <a:t>p </a:t>
            </a:r>
            <a:r>
              <a:rPr lang="en-US" altLang="zh-CN">
                <a:ea typeface="宋体" pitchFamily="2" charset="-122"/>
              </a:rPr>
              <a:t>和 </a:t>
            </a:r>
            <a:r>
              <a:rPr lang="en-US" altLang="zh-CN" i="1">
                <a:ea typeface="宋体" pitchFamily="2" charset="-122"/>
              </a:rPr>
              <a:t>q</a:t>
            </a:r>
            <a:br>
              <a:rPr lang="en-US" altLang="zh-CN" i="1">
                <a:ea typeface="宋体" pitchFamily="2" charset="-122"/>
              </a:rPr>
            </a:br>
            <a:r>
              <a:rPr lang="en-US" altLang="zh-CN">
                <a:ea typeface="宋体" pitchFamily="2" charset="-122"/>
              </a:rPr>
              <a:t>具有</a:t>
            </a:r>
            <a:r>
              <a:rPr lang="en-US" altLang="zh-CN" b="1">
                <a:ea typeface="宋体" pitchFamily="2" charset="-122"/>
              </a:rPr>
              <a:t>相同的</a:t>
            </a:r>
            <a:r>
              <a:rPr lang="en-US" altLang="zh-CN">
                <a:ea typeface="宋体" pitchFamily="2" charset="-122"/>
              </a:rPr>
              <a:t>真值。</a:t>
            </a:r>
          </a:p>
          <a:p>
            <a:pPr eaLnBrk="1" hangingPunct="1">
              <a:lnSpc>
                <a:spcPct val="90000"/>
              </a:lnSpc>
            </a:pPr>
            <a:r>
              <a:rPr lang="en-US" altLang="zh-CN">
                <a:solidFill>
                  <a:srgbClr val="000000"/>
                </a:solidFill>
                <a:ea typeface="宋体" pitchFamily="2" charset="-122"/>
              </a:rPr>
              <a:t>请注意，这个真值表</a:t>
            </a:r>
            <a:br>
              <a:rPr lang="en-US" altLang="zh-CN">
                <a:solidFill>
                  <a:srgbClr val="000000"/>
                </a:solidFill>
                <a:ea typeface="宋体" pitchFamily="2" charset="-122"/>
              </a:rPr>
            </a:br>
            <a:r>
              <a:rPr lang="en-US" altLang="zh-CN">
                <a:solidFill>
                  <a:srgbClr val="000000"/>
                </a:solidFill>
                <a:ea typeface="宋体" pitchFamily="2" charset="-122"/>
              </a:rPr>
              <a:t>与 </a:t>
            </a:r>
            <a:r>
              <a:rPr lang="en-US" altLang="zh-CN">
                <a:solidFill>
                  <a:srgbClr val="000000"/>
                </a:solidFill>
                <a:latin typeface="Times New Roman" panose="02020503050405090304" pitchFamily="18" charset="0"/>
                <a:ea typeface="宋体" pitchFamily="2" charset="-122"/>
                <a:sym typeface="Symbol" panose="05050102010706020507" pitchFamily="18" charset="2"/>
              </a:rPr>
              <a:t> 的</a:t>
            </a:r>
            <a:r>
              <a:rPr lang="en-US" altLang="zh-CN">
                <a:solidFill>
                  <a:srgbClr val="000000"/>
                </a:solidFill>
                <a:ea typeface="宋体" pitchFamily="2" charset="-122"/>
              </a:rPr>
              <a:t>正好</a:t>
            </a:r>
            <a:r>
              <a:rPr lang="en-US" altLang="zh-CN" b="1">
                <a:solidFill>
                  <a:srgbClr val="000000"/>
                </a:solidFill>
                <a:ea typeface="宋体" pitchFamily="2" charset="-122"/>
              </a:rPr>
              <a:t>相反</a:t>
            </a:r>
            <a:r>
              <a:rPr lang="en-US" altLang="zh-CN">
                <a:solidFill>
                  <a:srgbClr val="000000"/>
                </a:solidFill>
                <a:ea typeface="宋体" pitchFamily="2" charset="-122"/>
                <a:sym typeface="Symbol" panose="05050102010706020507" pitchFamily="18" charset="2"/>
              </a:rPr>
              <a:t>！</a:t>
            </a:r>
          </a:p>
          <a:p>
            <a:pPr lvl="1" eaLnBrk="1" hangingPunct="1">
              <a:lnSpc>
                <a:spcPct val="90000"/>
              </a:lnSpc>
              <a:buFont typeface="Wingdings" panose="05000000000000000000" pitchFamily="2" charset="2"/>
              <a:buNone/>
            </a:pPr>
            <a:r>
              <a:rPr lang="en-US" altLang="zh-CN">
                <a:solidFill>
                  <a:srgbClr val="006600"/>
                </a:solidFill>
                <a:ea typeface="宋体" pitchFamily="2" charset="-122"/>
              </a:rPr>
              <a:t>因此，</a:t>
            </a:r>
            <a:r>
              <a:rPr lang="en-US" altLang="zh-CN" i="1">
                <a:solidFill>
                  <a:srgbClr val="006600"/>
                </a:solidFill>
                <a:ea typeface="宋体" pitchFamily="2" charset="-122"/>
              </a:rPr>
              <a:t>p </a:t>
            </a:r>
            <a:r>
              <a:rPr lang="en-US" altLang="zh-CN">
                <a:solidFill>
                  <a:srgbClr val="006600"/>
                </a:solidFill>
                <a:ea typeface="宋体" pitchFamily="2" charset="-122"/>
                <a:sym typeface="Symbol" panose="05050102010706020507" pitchFamily="18" charset="2"/>
              </a:rPr>
              <a:t> </a:t>
            </a:r>
            <a:r>
              <a:rPr lang="en-US" altLang="zh-CN" i="1">
                <a:solidFill>
                  <a:srgbClr val="006600"/>
                </a:solidFill>
                <a:ea typeface="宋体" pitchFamily="2" charset="-122"/>
              </a:rPr>
              <a:t>q </a:t>
            </a:r>
            <a:r>
              <a:rPr lang="en-US" altLang="zh-CN">
                <a:solidFill>
                  <a:srgbClr val="006600"/>
                </a:solidFill>
                <a:ea typeface="宋体" pitchFamily="2" charset="-122"/>
              </a:rPr>
              <a:t>表示</a:t>
            </a:r>
            <a:r>
              <a:rPr lang="en-US" altLang="zh-CN">
                <a:solidFill>
                  <a:srgbClr val="006600"/>
                </a:solidFill>
                <a:latin typeface="Times New Roman" panose="02020503050405090304" pitchFamily="18" charset="0"/>
                <a:ea typeface="宋体" pitchFamily="2" charset="-122"/>
              </a:rPr>
              <a:t> ¬</a:t>
            </a:r>
            <a:r>
              <a:rPr lang="en-US" altLang="zh-CN">
                <a:solidFill>
                  <a:srgbClr val="006600"/>
                </a:solidFill>
                <a:ea typeface="宋体" pitchFamily="2" charset="-122"/>
              </a:rPr>
              <a:t>(</a:t>
            </a:r>
            <a:r>
              <a:rPr lang="en-US" altLang="zh-CN" i="1">
                <a:solidFill>
                  <a:srgbClr val="006600"/>
                </a:solidFill>
                <a:ea typeface="宋体" pitchFamily="2" charset="-122"/>
              </a:rPr>
              <a:t>p </a:t>
            </a:r>
            <a:r>
              <a:rPr lang="en-US" altLang="zh-CN">
                <a:solidFill>
                  <a:srgbClr val="006600"/>
                </a:solidFill>
                <a:ea typeface="宋体" pitchFamily="2" charset="-122"/>
                <a:sym typeface="Symbol" panose="05050102010706020507" pitchFamily="18" charset="2"/>
              </a:rPr>
              <a:t> </a:t>
            </a:r>
            <a:r>
              <a:rPr lang="en-US" altLang="zh-CN" i="1">
                <a:solidFill>
                  <a:srgbClr val="006600"/>
                </a:solidFill>
                <a:ea typeface="宋体" pitchFamily="2" charset="-122"/>
                <a:sym typeface="Symbol" panose="05050102010706020507" pitchFamily="18" charset="2"/>
              </a:rPr>
              <a:t>q</a:t>
            </a:r>
            <a:r>
              <a:rPr lang="en-US" altLang="zh-CN">
                <a:solidFill>
                  <a:srgbClr val="006600"/>
                </a:solidFill>
                <a:ea typeface="宋体" pitchFamily="2" charset="-122"/>
                <a:sym typeface="Symbol" panose="05050102010706020507" pitchFamily="18" charset="2"/>
              </a:rPr>
              <a:t>)</a:t>
            </a:r>
            <a:endParaRPr lang="en-US" altLang="zh-CN">
              <a:solidFill>
                <a:srgbClr val="006600"/>
              </a:solidFill>
              <a:ea typeface="宋体" pitchFamily="2" charset="-122"/>
            </a:endParaRPr>
          </a:p>
          <a:p>
            <a:pPr eaLnBrk="1" hangingPunct="1">
              <a:lnSpc>
                <a:spcPct val="90000"/>
              </a:lnSpc>
            </a:pPr>
            <a:r>
              <a:rPr lang="en-US" altLang="zh-CN" i="1">
                <a:solidFill>
                  <a:srgbClr val="FF0000"/>
                </a:solidFill>
                <a:ea typeface="宋体" pitchFamily="2" charset="-122"/>
              </a:rPr>
              <a:t>p </a:t>
            </a:r>
            <a:r>
              <a:rPr lang="en-US" altLang="zh-CN">
                <a:solidFill>
                  <a:srgbClr val="FF0000"/>
                </a:solidFill>
                <a:ea typeface="宋体" pitchFamily="2" charset="-122"/>
                <a:sym typeface="Symbol" panose="05050102010706020507" pitchFamily="18" charset="2"/>
              </a:rPr>
              <a:t> </a:t>
            </a:r>
            <a:r>
              <a:rPr lang="en-US" altLang="zh-CN" i="1">
                <a:solidFill>
                  <a:srgbClr val="FF0000"/>
                </a:solidFill>
                <a:ea typeface="宋体" pitchFamily="2" charset="-122"/>
              </a:rPr>
              <a:t>q </a:t>
            </a:r>
            <a:r>
              <a:rPr lang="en-US" altLang="zh-CN" b="1">
                <a:solidFill>
                  <a:srgbClr val="FF0000"/>
                </a:solidFill>
                <a:ea typeface="宋体" pitchFamily="2" charset="-122"/>
              </a:rPr>
              <a:t>并不</a:t>
            </a:r>
            <a:r>
              <a:rPr lang="en-US" altLang="zh-CN">
                <a:solidFill>
                  <a:srgbClr val="FF0000"/>
                </a:solidFill>
                <a:ea typeface="宋体" pitchFamily="2" charset="-122"/>
              </a:rPr>
              <a:t>意味着</a:t>
            </a:r>
            <a:br>
              <a:rPr lang="en-US" altLang="zh-CN">
                <a:solidFill>
                  <a:srgbClr val="FF0000"/>
                </a:solidFill>
                <a:ea typeface="宋体" pitchFamily="2" charset="-122"/>
              </a:rPr>
            </a:br>
            <a:r>
              <a:rPr lang="en-US" altLang="zh-CN" i="1">
                <a:solidFill>
                  <a:srgbClr val="FF0000"/>
                </a:solidFill>
                <a:ea typeface="宋体" pitchFamily="2" charset="-122"/>
              </a:rPr>
              <a:t>p </a:t>
            </a:r>
            <a:r>
              <a:rPr lang="en-US" altLang="zh-CN">
                <a:solidFill>
                  <a:srgbClr val="FF0000"/>
                </a:solidFill>
                <a:ea typeface="宋体" pitchFamily="2" charset="-122"/>
              </a:rPr>
              <a:t>和 </a:t>
            </a:r>
            <a:r>
              <a:rPr lang="en-US" altLang="zh-CN" i="1">
                <a:solidFill>
                  <a:srgbClr val="FF0000"/>
                </a:solidFill>
                <a:ea typeface="宋体" pitchFamily="2" charset="-122"/>
              </a:rPr>
              <a:t>q </a:t>
            </a:r>
            <a:r>
              <a:rPr lang="en-US" altLang="zh-CN">
                <a:solidFill>
                  <a:srgbClr val="FF0000"/>
                </a:solidFill>
                <a:ea typeface="宋体" pitchFamily="2" charset="-122"/>
              </a:rPr>
              <a:t>都是真的、 </a:t>
            </a:r>
            <a:br>
              <a:rPr lang="en-US" altLang="zh-CN">
                <a:solidFill>
                  <a:srgbClr val="FF0000"/>
                </a:solidFill>
                <a:ea typeface="宋体" pitchFamily="2" charset="-122"/>
              </a:rPr>
            </a:br>
            <a:r>
              <a:rPr lang="en-US" altLang="zh-CN">
                <a:solidFill>
                  <a:srgbClr val="FF0000"/>
                </a:solidFill>
                <a:ea typeface="宋体" pitchFamily="2" charset="-122"/>
              </a:rPr>
              <a:t>或其中任何一个原因导致另一个原因。</a:t>
            </a:r>
            <a:endParaRPr lang="en-US" altLang="zh-CN">
              <a:solidFill>
                <a:srgbClr val="FF0000"/>
              </a:solidFill>
              <a:ea typeface="宋体" pitchFamily="2" charset="-122"/>
              <a:sym typeface="Symbol" panose="05050102010706020507" pitchFamily="18" charset="2"/>
            </a:endParaRPr>
          </a:p>
        </p:txBody>
      </p:sp>
      <p:graphicFrame>
        <p:nvGraphicFramePr>
          <p:cNvPr id="48133" name="Object 4"/>
          <p:cNvGraphicFramePr>
            <a:graphicFrameLocks noChangeAspect="1"/>
          </p:cNvGraphicFramePr>
          <p:nvPr/>
        </p:nvGraphicFramePr>
        <p:xfrm>
          <a:off x="6172200" y="1524000"/>
          <a:ext cx="2681288" cy="3124200"/>
        </p:xfrm>
        <a:graphic>
          <a:graphicData uri="http://schemas.openxmlformats.org/presentationml/2006/ole">
            <mc:AlternateContent xmlns:mc="http://schemas.openxmlformats.org/markup-compatibility/2006">
              <mc:Choice xmlns:v="urn:schemas-microsoft-com:vml" Requires="v">
                <p:oleObj r:id="rId3" imgW="2892425" imgH="2843530" progId="Word.Document.8">
                  <p:embed/>
                </p:oleObj>
              </mc:Choice>
              <mc:Fallback>
                <p:oleObj r:id="rId3" imgW="2892425" imgH="284353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524000"/>
                        <a:ext cx="2681288" cy="3124200"/>
                      </a:xfrm>
                      <a:prstGeom prst="rect">
                        <a:avLst/>
                      </a:prstGeom>
                      <a:solidFill>
                        <a:srgbClr val="FFFFCC"/>
                      </a:solidFill>
                      <a:ln w="57150">
                        <a:solidFill>
                          <a:srgbClr val="006600"/>
                        </a:solidFill>
                        <a:miter lim="800000"/>
                        <a:headEnd/>
                        <a:tailEnd/>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3389BF7-DB36-4688-A2AF-B91959901A86}" type="slidenum">
              <a:rPr lang="en-US" altLang="zh-CN" sz="1200">
                <a:effectLst>
                  <a:outerShdw blurRad="38100" dist="38100" dir="2700000" algn="tl">
                    <a:srgbClr val="C0C0C0"/>
                  </a:outerShdw>
                </a:effectLst>
                <a:latin typeface="Verdana" panose="020B0804030504040204" pitchFamily="34" charset="0"/>
              </a:rPr>
              <a:t>41</a:t>
            </a:fld>
            <a:endParaRPr lang="en-US" altLang="zh-CN" sz="1200">
              <a:effectLst>
                <a:outerShdw blurRad="38100" dist="38100" dir="2700000" algn="tl">
                  <a:srgbClr val="C0C0C0"/>
                </a:outerShdw>
              </a:effectLst>
              <a:latin typeface="Verdana" panose="020B0804030504040204" pitchFamily="34" charset="0"/>
            </a:endParaRPr>
          </a:p>
        </p:txBody>
      </p:sp>
      <p:sp>
        <p:nvSpPr>
          <p:cNvPr id="51203" name="Rectangle 2"/>
          <p:cNvSpPr>
            <a:spLocks noGrp="1" noChangeArrowheads="1"/>
          </p:cNvSpPr>
          <p:nvPr>
            <p:ph type="title" idx="4294967295"/>
          </p:nvPr>
        </p:nvSpPr>
        <p:spPr/>
        <p:txBody>
          <a:bodyPr/>
          <a:lstStyle/>
          <a:p>
            <a:pPr eaLnBrk="1" hangingPunct="1"/>
            <a:r>
              <a:rPr lang="en-GB" altLang="en-US">
                <a:ea typeface="宋体" pitchFamily="2" charset="-122"/>
              </a:rPr>
              <a:t>考虑...</a:t>
            </a:r>
            <a:endParaRPr lang="en-US" altLang="zh-CN">
              <a:ea typeface="宋体" pitchFamily="2" charset="-122"/>
            </a:endParaRPr>
          </a:p>
        </p:txBody>
      </p:sp>
      <p:sp>
        <p:nvSpPr>
          <p:cNvPr id="51204" name="Rectangle 3"/>
          <p:cNvSpPr>
            <a:spLocks noGrp="1" noChangeArrowheads="1"/>
          </p:cNvSpPr>
          <p:nvPr>
            <p:ph type="body" idx="4294967295"/>
          </p:nvPr>
        </p:nvSpPr>
        <p:spPr/>
        <p:txBody>
          <a:bodyPr/>
          <a:lstStyle/>
          <a:p>
            <a:pPr marL="609600" indent="-609600" eaLnBrk="1" hangingPunct="1">
              <a:buFont typeface="Wingdings" panose="05000000000000000000" pitchFamily="2" charset="2"/>
              <a:buNone/>
            </a:pPr>
            <a:r>
              <a:rPr lang="en-US" altLang="zh-CN" dirty="0">
                <a:ea typeface="宋体" pitchFamily="2" charset="-122"/>
              </a:rPr>
              <a:t>p 的真值 </a:t>
            </a:r>
            <a:r>
              <a:rPr lang="en-US" altLang="zh-CN" dirty="0">
                <a:ea typeface="宋体" pitchFamily="2" charset="-122"/>
                <a:sym typeface="Symbol" panose="05050102010706020507" pitchFamily="18" charset="2"/>
              </a:rPr>
              <a:t> </a:t>
            </a:r>
            <a:r>
              <a:rPr lang="en-US" altLang="zh-CN" dirty="0">
                <a:ea typeface="宋体" pitchFamily="2" charset="-122"/>
              </a:rPr>
              <a:t>q，其中</a:t>
            </a:r>
          </a:p>
          <a:p>
            <a:pPr marL="609600" indent="-609600" eaLnBrk="1" hangingPunct="1">
              <a:buFont typeface="Wingdings" panose="05000000000000000000" pitchFamily="2" charset="2"/>
              <a:buAutoNum type="arabicPeriod"/>
            </a:pPr>
            <a:r>
              <a:rPr lang="en-GB" altLang="en-US" dirty="0">
                <a:ea typeface="宋体" pitchFamily="2" charset="-122"/>
              </a:rPr>
              <a:t>p= </a:t>
            </a:r>
            <a:r>
              <a:rPr lang="en-GB" altLang="en-US" dirty="0">
                <a:solidFill>
                  <a:srgbClr val="000000"/>
                </a:solidFill>
                <a:ea typeface="宋体" pitchFamily="2" charset="-122"/>
              </a:rPr>
              <a:t>广州在</a:t>
            </a:r>
            <a:r>
              <a:rPr lang="en-GB" altLang="en-US" dirty="0">
                <a:solidFill>
                  <a:schemeClr val="accent2"/>
                </a:solidFill>
                <a:ea typeface="宋体" pitchFamily="2" charset="-122"/>
              </a:rPr>
              <a:t>中国 </a:t>
            </a:r>
            <a:br>
              <a:rPr lang="en-GB" altLang="en-US" dirty="0">
                <a:solidFill>
                  <a:schemeClr val="accent2"/>
                </a:solidFill>
                <a:ea typeface="宋体" pitchFamily="2" charset="-122"/>
              </a:rPr>
            </a:br>
            <a:r>
              <a:rPr lang="en-GB" altLang="en-US" dirty="0">
                <a:ea typeface="宋体" pitchFamily="2" charset="-122"/>
              </a:rPr>
              <a:t>q= </a:t>
            </a:r>
            <a:r>
              <a:rPr lang="en-GB" altLang="en-US" dirty="0">
                <a:solidFill>
                  <a:srgbClr val="000000"/>
                </a:solidFill>
                <a:ea typeface="宋体" pitchFamily="2" charset="-122"/>
              </a:rPr>
              <a:t>2+2 =4 </a:t>
            </a:r>
            <a:r>
              <a:rPr lang="en-GB" altLang="en-US" dirty="0">
                <a:solidFill>
                  <a:srgbClr val="FF0000"/>
                </a:solidFill>
                <a:ea typeface="宋体" pitchFamily="2" charset="-122"/>
              </a:rPr>
              <a:t>真</a:t>
            </a:r>
          </a:p>
          <a:p>
            <a:pPr marL="609600" indent="-609600" eaLnBrk="1" hangingPunct="1">
              <a:buFont typeface="Wingdings" panose="05000000000000000000" pitchFamily="2" charset="2"/>
              <a:buAutoNum type="arabicPeriod"/>
            </a:pPr>
            <a:r>
              <a:rPr lang="en-GB" altLang="en-US" dirty="0">
                <a:ea typeface="宋体" pitchFamily="2" charset="-122"/>
              </a:rPr>
              <a:t>p= </a:t>
            </a:r>
            <a:r>
              <a:rPr lang="en-GB" altLang="en-US" dirty="0">
                <a:solidFill>
                  <a:srgbClr val="000000"/>
                </a:solidFill>
                <a:ea typeface="宋体" pitchFamily="2" charset="-122"/>
              </a:rPr>
              <a:t>日本不在</a:t>
            </a:r>
            <a:r>
              <a:rPr lang="en-GB" altLang="en-US" dirty="0">
                <a:solidFill>
                  <a:schemeClr val="accent2"/>
                </a:solidFill>
                <a:ea typeface="宋体" pitchFamily="2" charset="-122"/>
              </a:rPr>
              <a:t>亚洲 </a:t>
            </a:r>
            <a:br>
              <a:rPr lang="en-GB" altLang="en-US" dirty="0">
                <a:solidFill>
                  <a:schemeClr val="accent2"/>
                </a:solidFill>
                <a:ea typeface="宋体" pitchFamily="2" charset="-122"/>
              </a:rPr>
            </a:br>
            <a:r>
              <a:rPr lang="en-GB" altLang="en-US" dirty="0">
                <a:ea typeface="宋体" pitchFamily="2" charset="-122"/>
              </a:rPr>
              <a:t>q= </a:t>
            </a:r>
            <a:r>
              <a:rPr lang="en-GB" altLang="en-US" dirty="0">
                <a:solidFill>
                  <a:srgbClr val="000000"/>
                </a:solidFill>
                <a:ea typeface="宋体" pitchFamily="2" charset="-122"/>
              </a:rPr>
              <a:t>2+2 =5 </a:t>
            </a:r>
            <a:r>
              <a:rPr lang="en-GB" altLang="en-US" dirty="0">
                <a:solidFill>
                  <a:srgbClr val="FF0000"/>
                </a:solidFill>
                <a:ea typeface="宋体" pitchFamily="2" charset="-122"/>
              </a:rPr>
              <a:t>真</a:t>
            </a:r>
          </a:p>
          <a:p>
            <a:pPr marL="609600" indent="-609600" eaLnBrk="1" hangingPunct="1">
              <a:buFont typeface="Wingdings" panose="05000000000000000000" pitchFamily="2" charset="2"/>
              <a:buAutoNum type="arabicPeriod"/>
            </a:pPr>
            <a:r>
              <a:rPr lang="en-GB" altLang="en-US" dirty="0">
                <a:ea typeface="宋体" pitchFamily="2" charset="-122"/>
              </a:rPr>
              <a:t>p= </a:t>
            </a:r>
            <a:r>
              <a:rPr lang="en-GB" altLang="en-US" dirty="0">
                <a:solidFill>
                  <a:srgbClr val="000000"/>
                </a:solidFill>
                <a:ea typeface="宋体" pitchFamily="2" charset="-122"/>
              </a:rPr>
              <a:t>苏格兰属于英国</a:t>
            </a:r>
            <a:br>
              <a:rPr lang="en-GB" altLang="en-US" dirty="0">
                <a:solidFill>
                  <a:schemeClr val="accent2"/>
                </a:solidFill>
                <a:ea typeface="宋体" pitchFamily="2" charset="-122"/>
              </a:rPr>
            </a:br>
            <a:r>
              <a:rPr lang="en-GB" altLang="en-US" dirty="0">
                <a:ea typeface="宋体" pitchFamily="2" charset="-122"/>
              </a:rPr>
              <a:t>q= </a:t>
            </a:r>
            <a:r>
              <a:rPr lang="en-GB" altLang="en-US" dirty="0">
                <a:solidFill>
                  <a:srgbClr val="000000"/>
                </a:solidFill>
                <a:ea typeface="宋体" pitchFamily="2" charset="-122"/>
              </a:rPr>
              <a:t>威尔士不在英国境内 </a:t>
            </a:r>
            <a:r>
              <a:rPr lang="en-GB" altLang="en-US" dirty="0">
                <a:solidFill>
                  <a:srgbClr val="FF0000"/>
                </a:solidFill>
                <a:ea typeface="宋体" pitchFamily="2" charset="-122"/>
              </a:rPr>
              <a:t>FALSE</a:t>
            </a:r>
            <a:endParaRPr lang="en-US" altLang="zh-CN" dirty="0">
              <a:solidFill>
                <a:srgbClr val="FF0000"/>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F50D728-5820-4553-92A7-682B5D093BCB}" type="slidenum">
              <a:rPr lang="en-US" altLang="zh-CN" sz="1200">
                <a:effectLst>
                  <a:outerShdw blurRad="38100" dist="38100" dir="2700000" algn="tl">
                    <a:srgbClr val="C0C0C0"/>
                  </a:outerShdw>
                </a:effectLst>
                <a:latin typeface="Verdana" panose="020B0804030504040204" pitchFamily="34" charset="0"/>
              </a:rPr>
              <a:t>42</a:t>
            </a:fld>
            <a:endParaRPr lang="en-US" altLang="zh-CN" sz="1200">
              <a:effectLst>
                <a:outerShdw blurRad="38100" dist="38100" dir="2700000" algn="tl">
                  <a:srgbClr val="C0C0C0"/>
                </a:outerShdw>
              </a:effectLst>
              <a:latin typeface="Verdana" panose="020B0804030504040204" pitchFamily="34" charset="0"/>
            </a:endParaRPr>
          </a:p>
        </p:txBody>
      </p:sp>
      <p:sp>
        <p:nvSpPr>
          <p:cNvPr id="53251" name="Rectangle 2"/>
          <p:cNvSpPr>
            <a:spLocks noGrp="1" noChangeArrowheads="1"/>
          </p:cNvSpPr>
          <p:nvPr>
            <p:ph type="title" idx="4294967295"/>
          </p:nvPr>
        </p:nvSpPr>
        <p:spPr/>
        <p:txBody>
          <a:bodyPr/>
          <a:lstStyle/>
          <a:p>
            <a:pPr eaLnBrk="1" hangingPunct="1"/>
            <a:r>
              <a:rPr lang="en-US" altLang="zh-CN" dirty="0" err="1">
                <a:ea typeface="宋体" pitchFamily="2" charset="-122"/>
              </a:rPr>
              <a:t>布尔运算摘要</a:t>
            </a:r>
            <a:endParaRPr lang="en-US" altLang="zh-CN" dirty="0">
              <a:ea typeface="宋体" pitchFamily="2" charset="-122"/>
            </a:endParaRPr>
          </a:p>
        </p:txBody>
      </p:sp>
      <p:sp>
        <p:nvSpPr>
          <p:cNvPr id="53252" name="Rectangle 3"/>
          <p:cNvSpPr>
            <a:spLocks noGrp="1" noChangeArrowheads="1"/>
          </p:cNvSpPr>
          <p:nvPr>
            <p:ph type="body" idx="4294967295"/>
          </p:nvPr>
        </p:nvSpPr>
        <p:spPr>
          <a:xfrm>
            <a:off x="669925" y="1600248"/>
            <a:ext cx="7772400" cy="4343400"/>
          </a:xfrm>
        </p:spPr>
        <p:txBody>
          <a:bodyPr/>
          <a:lstStyle/>
          <a:p>
            <a:pPr eaLnBrk="1" hangingPunct="1"/>
            <a:r>
              <a:rPr lang="en-US" altLang="zh-CN" dirty="0">
                <a:solidFill>
                  <a:srgbClr val="000000"/>
                </a:solidFill>
                <a:ea typeface="宋体" pitchFamily="2" charset="-122"/>
              </a:rPr>
              <a:t>我们已经看到了 1 个一元运算符（在 4 个可能的运算符中）和 5 个二元运算符：</a:t>
            </a:r>
          </a:p>
        </p:txBody>
      </p:sp>
      <p:graphicFrame>
        <p:nvGraphicFramePr>
          <p:cNvPr id="53253" name="Object 4"/>
          <p:cNvGraphicFramePr>
            <a:graphicFrameLocks noChangeAspect="1"/>
          </p:cNvGraphicFramePr>
          <p:nvPr/>
        </p:nvGraphicFramePr>
        <p:xfrm>
          <a:off x="1219288" y="3223903"/>
          <a:ext cx="7131050" cy="2741612"/>
        </p:xfrm>
        <a:graphic>
          <a:graphicData uri="http://schemas.openxmlformats.org/presentationml/2006/ole">
            <mc:AlternateContent xmlns:mc="http://schemas.openxmlformats.org/markup-compatibility/2006">
              <mc:Choice xmlns:v="urn:schemas-microsoft-com:vml" Requires="v">
                <p:oleObj r:id="rId3" imgW="7129780" imgH="2861945" progId="Word.Document.8">
                  <p:embed/>
                </p:oleObj>
              </mc:Choice>
              <mc:Fallback>
                <p:oleObj r:id="rId3" imgW="7129780" imgH="2861945"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88" y="3223903"/>
                        <a:ext cx="7131050" cy="274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ACC0A94A-A516-4DF3-A9B3-D2C8B5423611}" type="slidenum">
              <a:rPr lang="en-US" altLang="zh-CN" sz="1200">
                <a:effectLst>
                  <a:outerShdw blurRad="38100" dist="38100" dir="2700000" algn="tl">
                    <a:srgbClr val="C0C0C0"/>
                  </a:outerShdw>
                </a:effectLst>
                <a:latin typeface="Verdana" panose="020B0804030504040204" pitchFamily="34" charset="0"/>
              </a:rPr>
              <a:t>43</a:t>
            </a:fld>
            <a:endParaRPr lang="en-US" altLang="zh-CN" sz="1200">
              <a:effectLst>
                <a:outerShdw blurRad="38100" dist="38100" dir="2700000" algn="tl">
                  <a:srgbClr val="C0C0C0"/>
                </a:outerShdw>
              </a:effectLst>
              <a:latin typeface="Verdana" panose="020B0804030504040204" pitchFamily="34" charset="0"/>
            </a:endParaRPr>
          </a:p>
        </p:txBody>
      </p:sp>
      <p:sp>
        <p:nvSpPr>
          <p:cNvPr id="14339" name="Rectangle 2"/>
          <p:cNvSpPr>
            <a:spLocks noGrp="1" noChangeArrowheads="1"/>
          </p:cNvSpPr>
          <p:nvPr>
            <p:ph type="title" idx="4294967295"/>
          </p:nvPr>
        </p:nvSpPr>
        <p:spPr/>
        <p:txBody>
          <a:bodyPr/>
          <a:lstStyle/>
          <a:p>
            <a:pPr eaLnBrk="1" hangingPunct="1"/>
            <a:r>
              <a:rPr lang="en-US" altLang="zh-CN" dirty="0" err="1">
                <a:ea typeface="宋体" pitchFamily="2" charset="-122"/>
              </a:rPr>
              <a:t>一些常用布尔运算</a:t>
            </a:r>
            <a:r>
              <a:rPr lang="zh-CN" altLang="en-US" dirty="0">
                <a:ea typeface="宋体" pitchFamily="2" charset="-122"/>
              </a:rPr>
              <a:t>符</a:t>
            </a:r>
            <a:endParaRPr lang="en-US" altLang="zh-CN" dirty="0">
              <a:ea typeface="宋体" pitchFamily="2" charset="-122"/>
            </a:endParaRPr>
          </a:p>
        </p:txBody>
      </p:sp>
      <p:graphicFrame>
        <p:nvGraphicFramePr>
          <p:cNvPr id="12292" name="Group 4"/>
          <p:cNvGraphicFramePr>
            <a:graphicFrameLocks noGrp="1"/>
          </p:cNvGraphicFramePr>
          <p:nvPr>
            <p:ph idx="4294967295"/>
          </p:nvPr>
        </p:nvGraphicFramePr>
        <p:xfrm>
          <a:off x="381000" y="1676446"/>
          <a:ext cx="8305800" cy="3810000"/>
        </p:xfrm>
        <a:graphic>
          <a:graphicData uri="http://schemas.openxmlformats.org/drawingml/2006/table">
            <a:tbl>
              <a:tblPr/>
              <a:tblGrid>
                <a:gridCol w="3581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6096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1" i="0" u="sng" strike="noStrike" cap="none" normalizeH="0" baseline="0" dirty="0" err="1">
                          <a:ln>
                            <a:noFill/>
                          </a:ln>
                          <a:solidFill>
                            <a:schemeClr val="tx1"/>
                          </a:solidFill>
                          <a:effectLst/>
                          <a:latin typeface="Arial" panose="020B0604020202090204" pitchFamily="34" charset="0"/>
                          <a:ea typeface="宋体" pitchFamily="2" charset="-122"/>
                        </a:rPr>
                        <a:t>正式名称</a:t>
                      </a:r>
                      <a:endParaRPr kumimoji="0" lang="en-US" altLang="zh-CN" sz="2400" b="1" i="0" u="sng"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1" i="0" u="sng" strike="noStrike" cap="none" normalizeH="0" baseline="0" dirty="0" err="1">
                          <a:ln>
                            <a:noFill/>
                          </a:ln>
                          <a:solidFill>
                            <a:schemeClr val="tx1"/>
                          </a:solidFill>
                          <a:effectLst/>
                          <a:latin typeface="Arial" panose="020B0604020202090204" pitchFamily="34" charset="0"/>
                          <a:ea typeface="宋体" pitchFamily="2" charset="-122"/>
                        </a:rPr>
                        <a:t>昵称</a:t>
                      </a:r>
                      <a:endParaRPr kumimoji="0" lang="en-US" altLang="zh-CN" sz="2400" b="1" i="0" u="sng" strike="noStrike" cap="none" normalizeH="0" baseline="0" dirty="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400" b="1" i="0" u="sng" strike="noStrike" cap="none" normalizeH="0" baseline="0" dirty="0">
                          <a:ln>
                            <a:noFill/>
                          </a:ln>
                          <a:solidFill>
                            <a:schemeClr val="tx1"/>
                          </a:solidFill>
                          <a:effectLst/>
                          <a:latin typeface="Arial" panose="020B0604020202090204" pitchFamily="34" charset="0"/>
                        </a:rPr>
                        <a:t>元数</a:t>
                      </a:r>
                      <a:endParaRPr kumimoji="0" lang="en-US" altLang="zh-CN" sz="2400" b="1" i="0" u="sng" strike="noStrike" cap="none" normalizeH="0" baseline="0" dirty="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1" i="0" u="sng" strike="noStrike" cap="none" normalizeH="0" baseline="0">
                          <a:ln>
                            <a:noFill/>
                          </a:ln>
                          <a:solidFill>
                            <a:schemeClr val="tx1"/>
                          </a:solidFill>
                          <a:effectLst/>
                          <a:latin typeface="Arial" panose="020B0604020202090204" pitchFamily="34" charset="0"/>
                          <a:ea typeface="宋体" pitchFamily="2" charset="-122"/>
                        </a:rPr>
                        <a:t>符号</a:t>
                      </a:r>
                      <a:endParaRPr kumimoji="0" lang="en-US" altLang="zh-CN" sz="2400" b="1" i="0" u="sng"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33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否定运算符</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90204" pitchFamily="34" charset="0"/>
                        </a:rPr>
                        <a:t>NOT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一元</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Times New Roman" panose="02020503050405090304" pitchFamily="18" charset="0"/>
                          <a:ea typeface="宋体" pitchFamily="2" charset="-122"/>
                        </a:rPr>
                        <a:t>¬</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33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连接运算符</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90204" pitchFamily="34" charset="0"/>
                          <a:ea typeface="宋体" pitchFamily="2" charset="-122"/>
                        </a:rPr>
                        <a:t>AND</a:t>
                      </a:r>
                      <a:endParaRPr kumimoji="0" lang="en-US" altLang="zh-CN" sz="2400" b="0" i="0" u="none" strike="noStrike" cap="none" normalizeH="0" baseline="0" dirty="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二进制</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sym typeface="Symbol" panose="05050102010706020507" pitchFamily="18" charset="2"/>
                        </a:rPr>
                        <a:t></a:t>
                      </a:r>
                      <a:endParaRPr kumimoji="0" lang="en-US" altLang="zh-CN" sz="2400" b="0" i="0" u="none" strike="noStrike" cap="none" normalizeH="0" baseline="0">
                        <a:ln>
                          <a:noFill/>
                        </a:ln>
                        <a:solidFill>
                          <a:schemeClr val="tx1"/>
                        </a:solidFill>
                        <a:effectLst/>
                        <a:latin typeface="Arial" panose="020B0604020202090204" pitchFamily="34" charset="0"/>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33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析取运算符</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90204" pitchFamily="34" charset="0"/>
                          <a:ea typeface="宋体" pitchFamily="2" charset="-122"/>
                        </a:rPr>
                        <a:t>OR</a:t>
                      </a:r>
                      <a:endParaRPr kumimoji="0" lang="en-US" altLang="zh-CN" sz="2400" b="0" i="0" u="none" strike="noStrike" cap="none" normalizeH="0" baseline="0" dirty="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二进制</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90204" pitchFamily="34" charset="0"/>
                          <a:ea typeface="宋体" pitchFamily="2" charset="-122"/>
                          <a:sym typeface="Symbol" panose="05050102010706020507" pitchFamily="18" charset="2"/>
                        </a:rPr>
                        <a:t></a:t>
                      </a:r>
                      <a:endParaRPr kumimoji="0" lang="en-US" altLang="zh-CN" sz="2400" b="0" i="0" u="none" strike="noStrike" cap="none" normalizeH="0" baseline="0" dirty="0">
                        <a:ln>
                          <a:noFill/>
                        </a:ln>
                        <a:solidFill>
                          <a:schemeClr val="tx1"/>
                        </a:solidFill>
                        <a:effectLst/>
                        <a:latin typeface="Arial" panose="020B0604020202090204" pitchFamily="34" charset="0"/>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3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90204" pitchFamily="34" charset="0"/>
                          <a:ea typeface="宋体" pitchFamily="2" charset="-122"/>
                        </a:rPr>
                        <a:t>异或</a:t>
                      </a:r>
                      <a:r>
                        <a:rPr kumimoji="0" lang="en-US" altLang="zh-CN" sz="2400" b="0" i="0" u="none" strike="noStrike" cap="none" normalizeH="0" baseline="0" dirty="0">
                          <a:ln>
                            <a:noFill/>
                          </a:ln>
                          <a:solidFill>
                            <a:schemeClr val="tx1"/>
                          </a:solidFill>
                          <a:effectLst/>
                          <a:latin typeface="Arial" panose="020B0604020202090204" pitchFamily="34" charset="0"/>
                          <a:ea typeface="宋体" pitchFamily="2" charset="-122"/>
                        </a:rPr>
                        <a:t> </a:t>
                      </a:r>
                      <a:r>
                        <a:rPr kumimoji="0" lang="en-US" altLang="zh-CN" sz="2400" b="0" i="0" u="none" strike="noStrike" cap="none" normalizeH="0" baseline="0" dirty="0" err="1">
                          <a:ln>
                            <a:noFill/>
                          </a:ln>
                          <a:solidFill>
                            <a:schemeClr val="tx1"/>
                          </a:solidFill>
                          <a:effectLst/>
                          <a:latin typeface="Arial" panose="020B0604020202090204" pitchFamily="34" charset="0"/>
                          <a:ea typeface="宋体" pitchFamily="2" charset="-122"/>
                        </a:rPr>
                        <a:t>运算符</a:t>
                      </a:r>
                      <a:endParaRPr kumimoji="0" lang="en-US" altLang="zh-CN" sz="2400" b="0" i="0" u="none"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XOR</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二进制</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sym typeface="Symbol" panose="05050102010706020507" pitchFamily="18" charset="2"/>
                        </a:rPr>
                        <a:t></a:t>
                      </a:r>
                      <a:endParaRPr kumimoji="0" lang="en-US" altLang="zh-CN" sz="2400" b="0" i="0" u="none" strike="noStrike" cap="none" normalizeH="0" baseline="0">
                        <a:ln>
                          <a:noFill/>
                        </a:ln>
                        <a:solidFill>
                          <a:schemeClr val="tx1"/>
                        </a:solidFill>
                        <a:effectLst/>
                        <a:latin typeface="Arial" panose="020B0604020202090204" pitchFamily="34" charset="0"/>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33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蕴涵运算符</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90204" pitchFamily="34" charset="0"/>
                          <a:ea typeface="宋体" pitchFamily="2" charset="-122"/>
                        </a:rPr>
                        <a:t>IMPLIES</a:t>
                      </a:r>
                      <a:endParaRPr kumimoji="0" lang="en-US" altLang="zh-CN" sz="2400" b="0" i="0" u="none" strike="noStrike" cap="none" normalizeH="0" baseline="0" dirty="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二进制</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sym typeface="Symbol" panose="05050102010706020507" pitchFamily="18" charset="2"/>
                        </a:rPr>
                        <a:t></a:t>
                      </a:r>
                      <a:endParaRPr kumimoji="0" lang="en-US" altLang="zh-CN" sz="2400" b="0" i="0" u="none" strike="noStrike" cap="none" normalizeH="0" baseline="0">
                        <a:ln>
                          <a:noFill/>
                        </a:ln>
                        <a:solidFill>
                          <a:schemeClr val="tx1"/>
                        </a:solidFill>
                        <a:effectLst/>
                        <a:latin typeface="Arial" panose="020B0604020202090204" pitchFamily="34" charset="0"/>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34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90204" pitchFamily="34" charset="0"/>
                          <a:ea typeface="宋体" pitchFamily="2" charset="-122"/>
                        </a:rPr>
                        <a:t>双向蕴含</a:t>
                      </a:r>
                      <a:r>
                        <a:rPr kumimoji="0" lang="en-US" altLang="zh-CN" sz="2400" b="0" i="0" u="none" strike="noStrike" cap="none" normalizeH="0" baseline="0" dirty="0" err="1">
                          <a:ln>
                            <a:noFill/>
                          </a:ln>
                          <a:solidFill>
                            <a:schemeClr val="tx1"/>
                          </a:solidFill>
                          <a:effectLst/>
                          <a:latin typeface="Arial" panose="020B0604020202090204" pitchFamily="34" charset="0"/>
                          <a:ea typeface="宋体" pitchFamily="2" charset="-122"/>
                        </a:rPr>
                        <a:t>运算符</a:t>
                      </a:r>
                      <a:endParaRPr kumimoji="0" lang="en-US" altLang="zh-CN" sz="2400" b="0" i="0" u="none" strike="noStrike" cap="none" normalizeH="0" baseline="0" dirty="0">
                        <a:ln>
                          <a:noFill/>
                        </a:ln>
                        <a:solidFill>
                          <a:schemeClr val="tx1"/>
                        </a:solidFill>
                        <a:effectLst/>
                        <a:latin typeface="Arial" panose="020B060402020209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IFF</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90204" pitchFamily="34" charset="0"/>
                          <a:ea typeface="宋体" pitchFamily="2" charset="-122"/>
                        </a:rPr>
                        <a:t>二进制</a:t>
                      </a:r>
                      <a:endParaRPr kumimoji="0" lang="en-US" altLang="zh-CN" sz="2400" b="0" i="0" u="none" strike="noStrike" cap="none" normalizeH="0" baseline="0">
                        <a:ln>
                          <a:noFill/>
                        </a:ln>
                        <a:solidFill>
                          <a:schemeClr val="tx1"/>
                        </a:solidFill>
                        <a:effectLst/>
                        <a:latin typeface="Arial" panose="020B060402020209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90204" pitchFamily="34" charset="0"/>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Arial" panose="020B0604020202090204" pitchFamily="34" charset="0"/>
                        </a:defRPr>
                      </a:lvl2pPr>
                      <a:lvl3pPr marL="1143000" indent="-228600" eaLnBrk="0" hangingPunct="0">
                        <a:spcBef>
                          <a:spcPct val="20000"/>
                        </a:spcBef>
                        <a:buClr>
                          <a:schemeClr val="tx1"/>
                        </a:buClr>
                        <a:buFont typeface="Wingdings" panose="05000000000000000000" pitchFamily="2" charset="2"/>
                        <a:defRPr sz="2000">
                          <a:solidFill>
                            <a:schemeClr val="tx1"/>
                          </a:solidFill>
                          <a:latin typeface="Arial" panose="020B0604020202090204" pitchFamily="34" charset="0"/>
                        </a:defRPr>
                      </a:lvl3pPr>
                      <a:lvl4pPr marL="1600200" indent="-228600" eaLnBrk="0" hangingPunct="0">
                        <a:spcBef>
                          <a:spcPct val="20000"/>
                        </a:spcBef>
                        <a:buFont typeface="Wingdings" panose="05000000000000000000" pitchFamily="2" charset="2"/>
                        <a:defRPr>
                          <a:solidFill>
                            <a:schemeClr val="tx1"/>
                          </a:solidFill>
                          <a:latin typeface="Arial" panose="020B0604020202090204" pitchFamily="34" charset="0"/>
                        </a:defRPr>
                      </a:lvl4pPr>
                      <a:lvl5pPr marL="2057400" indent="-228600" eaLnBrk="0" hangingPunct="0">
                        <a:spcBef>
                          <a:spcPct val="20000"/>
                        </a:spcBef>
                        <a:buFont typeface="Wingdings" panose="05000000000000000000" pitchFamily="2" charset="2"/>
                        <a:defRPr>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90204" pitchFamily="34" charset="0"/>
                          <a:cs typeface="Times New Roman" panose="02020503050405090304" pitchFamily="18" charset="0"/>
                          <a:sym typeface="Symbol" panose="05050102010706020507" pitchFamily="18" charset="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A5144FDE-C69F-4489-B91B-3C4CFF405D25}" type="slidenum">
              <a:rPr lang="en-US" altLang="zh-CN" sz="1200">
                <a:effectLst>
                  <a:outerShdw blurRad="38100" dist="38100" dir="2700000" algn="tl">
                    <a:srgbClr val="C0C0C0"/>
                  </a:outerShdw>
                </a:effectLst>
                <a:latin typeface="Verdana" panose="020B0804030504040204" pitchFamily="34" charset="0"/>
              </a:rPr>
              <a:t>44</a:t>
            </a:fld>
            <a:endParaRPr lang="en-US" altLang="zh-CN" sz="1200">
              <a:effectLst>
                <a:outerShdw blurRad="38100" dist="38100" dir="2700000" algn="tl">
                  <a:srgbClr val="C0C0C0"/>
                </a:outerShdw>
              </a:effectLst>
              <a:latin typeface="Verdana" panose="020B0804030504040204" pitchFamily="34" charset="0"/>
            </a:endParaRPr>
          </a:p>
        </p:txBody>
      </p:sp>
      <p:sp>
        <p:nvSpPr>
          <p:cNvPr id="52227" name="Rectangle 2"/>
          <p:cNvSpPr>
            <a:spLocks noGrp="1" noChangeArrowheads="1"/>
          </p:cNvSpPr>
          <p:nvPr>
            <p:ph type="title" idx="4294967295"/>
          </p:nvPr>
        </p:nvSpPr>
        <p:spPr/>
        <p:txBody>
          <a:bodyPr/>
          <a:lstStyle/>
          <a:p>
            <a:pPr eaLnBrk="1" hangingPunct="1"/>
            <a:endParaRPr lang="zh-CN" altLang="zh-CN">
              <a:ea typeface="宋体" pitchFamily="2" charset="-122"/>
            </a:endParaRPr>
          </a:p>
        </p:txBody>
      </p:sp>
      <p:grpSp>
        <p:nvGrpSpPr>
          <p:cNvPr id="52228" name="Group 3"/>
          <p:cNvGrpSpPr/>
          <p:nvPr/>
        </p:nvGrpSpPr>
        <p:grpSpPr bwMode="auto">
          <a:xfrm>
            <a:off x="1981200" y="2819400"/>
            <a:ext cx="5029200" cy="2438400"/>
            <a:chOff x="0" y="0"/>
            <a:chExt cx="1889" cy="1009"/>
          </a:xfrm>
        </p:grpSpPr>
        <p:grpSp>
          <p:nvGrpSpPr>
            <p:cNvPr id="52230" name="Group 4"/>
            <p:cNvGrpSpPr/>
            <p:nvPr/>
          </p:nvGrpSpPr>
          <p:grpSpPr bwMode="auto">
            <a:xfrm>
              <a:off x="0" y="90"/>
              <a:ext cx="1889" cy="919"/>
              <a:chOff x="0" y="0"/>
              <a:chExt cx="1926" cy="937"/>
            </a:xfrm>
          </p:grpSpPr>
          <p:sp>
            <p:nvSpPr>
              <p:cNvPr id="52235" name="Oval 5"/>
              <p:cNvSpPr>
                <a:spLocks noChangeArrowheads="1"/>
              </p:cNvSpPr>
              <p:nvPr/>
            </p:nvSpPr>
            <p:spPr bwMode="auto">
              <a:xfrm>
                <a:off x="21" y="30"/>
                <a:ext cx="1905" cy="907"/>
              </a:xfrm>
              <a:prstGeom prst="ellipse">
                <a:avLst/>
              </a:prstGeom>
              <a:gradFill rotWithShape="1">
                <a:gsLst>
                  <a:gs pos="0">
                    <a:schemeClr val="hlink"/>
                  </a:gs>
                  <a:gs pos="100000">
                    <a:srgbClr val="4A4A7C"/>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2236" name="Oval 6"/>
              <p:cNvSpPr>
                <a:spLocks noChangeArrowheads="1"/>
              </p:cNvSpPr>
              <p:nvPr/>
            </p:nvSpPr>
            <p:spPr bwMode="auto">
              <a:xfrm>
                <a:off x="0" y="0"/>
                <a:ext cx="1905" cy="907"/>
              </a:xfrm>
              <a:prstGeom prst="ellipse">
                <a:avLst/>
              </a:prstGeom>
              <a:gradFill rotWithShape="1">
                <a:gsLst>
                  <a:gs pos="0">
                    <a:srgbClr val="D2D2FF"/>
                  </a:gs>
                  <a:gs pos="100000">
                    <a:schemeClr val="hlink"/>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52231" name="Oval 7"/>
            <p:cNvSpPr>
              <a:spLocks noChangeArrowheads="1"/>
            </p:cNvSpPr>
            <p:nvPr/>
          </p:nvSpPr>
          <p:spPr bwMode="auto">
            <a:xfrm>
              <a:off x="89" y="0"/>
              <a:ext cx="1691" cy="845"/>
            </a:xfrm>
            <a:prstGeom prst="ellipse">
              <a:avLst/>
            </a:prstGeom>
            <a:gradFill rotWithShape="1">
              <a:gsLst>
                <a:gs pos="0">
                  <a:srgbClr val="37556B"/>
                </a:gs>
                <a:gs pos="100000">
                  <a:schemeClr val="accent1"/>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2232" name="Oval 8"/>
            <p:cNvSpPr>
              <a:spLocks noChangeArrowheads="1"/>
            </p:cNvSpPr>
            <p:nvPr/>
          </p:nvSpPr>
          <p:spPr bwMode="auto">
            <a:xfrm>
              <a:off x="111" y="5"/>
              <a:ext cx="1650" cy="824"/>
            </a:xfrm>
            <a:prstGeom prst="ellipse">
              <a:avLst/>
            </a:prstGeom>
            <a:gradFill rotWithShape="1">
              <a:gsLst>
                <a:gs pos="0">
                  <a:schemeClr val="accent1">
                    <a:alpha val="0"/>
                  </a:schemeClr>
                </a:gs>
                <a:gs pos="100000">
                  <a:srgbClr val="D0E6F7"/>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2233" name="Oval 9"/>
            <p:cNvSpPr>
              <a:spLocks noChangeArrowheads="1"/>
            </p:cNvSpPr>
            <p:nvPr/>
          </p:nvSpPr>
          <p:spPr bwMode="auto">
            <a:xfrm>
              <a:off x="128" y="13"/>
              <a:ext cx="1570" cy="770"/>
            </a:xfrm>
            <a:prstGeom prst="ellipse">
              <a:avLst/>
            </a:prstGeom>
            <a:gradFill rotWithShape="1">
              <a:gsLst>
                <a:gs pos="0">
                  <a:srgbClr val="5E91B7"/>
                </a:gs>
                <a:gs pos="100000">
                  <a:schemeClr val="accent1">
                    <a:alpha val="48000"/>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2234" name="Oval 10"/>
            <p:cNvSpPr>
              <a:spLocks noChangeArrowheads="1"/>
            </p:cNvSpPr>
            <p:nvPr/>
          </p:nvSpPr>
          <p:spPr bwMode="auto">
            <a:xfrm>
              <a:off x="211" y="30"/>
              <a:ext cx="1382" cy="624"/>
            </a:xfrm>
            <a:prstGeom prst="ellipse">
              <a:avLst/>
            </a:prstGeom>
            <a:gradFill rotWithShape="1">
              <a:gsLst>
                <a:gs pos="0">
                  <a:srgbClr val="FFFFFF"/>
                </a:gs>
                <a:gs pos="100000">
                  <a:schemeClr val="accent1">
                    <a:alpha val="37999"/>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52229" name="Rectangle 11"/>
          <p:cNvSpPr>
            <a:spLocks noGrp="1" noChangeArrowheads="1"/>
          </p:cNvSpPr>
          <p:nvPr>
            <p:ph type="body" idx="4294967295"/>
          </p:nvPr>
        </p:nvSpPr>
        <p:spPr>
          <a:xfrm>
            <a:off x="2743200" y="3352800"/>
            <a:ext cx="3810000" cy="533400"/>
          </a:xfrm>
        </p:spPr>
        <p:txBody>
          <a:bodyPr/>
          <a:lstStyle/>
          <a:p>
            <a:pPr eaLnBrk="1" hangingPunct="1">
              <a:lnSpc>
                <a:spcPct val="80000"/>
              </a:lnSpc>
            </a:pPr>
            <a:r>
              <a:rPr lang="en-US" altLang="zh-CN" sz="2800" b="1" dirty="0" err="1">
                <a:ea typeface="宋体" pitchFamily="2" charset="-122"/>
              </a:rPr>
              <a:t>逻辑</a:t>
            </a:r>
            <a:r>
              <a:rPr lang="zh-CN" altLang="en-US" sz="2800" b="1" dirty="0">
                <a:ea typeface="宋体" pitchFamily="2" charset="-122"/>
              </a:rPr>
              <a:t>运算</a:t>
            </a:r>
            <a:r>
              <a:rPr lang="en-US" altLang="zh-CN" sz="2800" b="1" dirty="0" err="1">
                <a:ea typeface="宋体" pitchFamily="2" charset="-122"/>
              </a:rPr>
              <a:t>符的优先级</a:t>
            </a:r>
            <a:endParaRPr lang="en-US" altLang="zh-CN" sz="2800" b="1" dirty="0">
              <a:ea typeface="宋体"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0B9F4324-754F-4478-AB6F-ADF508D8607E}" type="slidenum">
              <a:rPr lang="en-US" altLang="zh-CN" sz="1200">
                <a:effectLst>
                  <a:outerShdw blurRad="38100" dist="38100" dir="2700000" algn="tl">
                    <a:srgbClr val="C0C0C0"/>
                  </a:outerShdw>
                </a:effectLst>
                <a:latin typeface="Verdana" panose="020B0804030504040204" pitchFamily="34" charset="0"/>
              </a:rPr>
              <a:t>45</a:t>
            </a:fld>
            <a:endParaRPr lang="en-US" altLang="zh-CN" sz="1200">
              <a:effectLst>
                <a:outerShdw blurRad="38100" dist="38100" dir="2700000" algn="tl">
                  <a:srgbClr val="C0C0C0"/>
                </a:outerShdw>
              </a:effectLst>
              <a:latin typeface="Verdana" panose="020B0804030504040204" pitchFamily="34" charset="0"/>
            </a:endParaRPr>
          </a:p>
        </p:txBody>
      </p:sp>
      <p:sp>
        <p:nvSpPr>
          <p:cNvPr id="60419" name="Rectangle 2"/>
          <p:cNvSpPr>
            <a:spLocks noGrp="1" noChangeArrowheads="1"/>
          </p:cNvSpPr>
          <p:nvPr>
            <p:ph type="title" idx="4294967295"/>
          </p:nvPr>
        </p:nvSpPr>
        <p:spPr/>
        <p:txBody>
          <a:bodyPr/>
          <a:lstStyle/>
          <a:p>
            <a:pPr eaLnBrk="1" hangingPunct="1"/>
            <a:r>
              <a:rPr lang="en-US" altLang="zh-CN">
                <a:ea typeface="宋体" pitchFamily="2" charset="-122"/>
              </a:rPr>
              <a:t>逻辑操作符的优先级</a:t>
            </a:r>
          </a:p>
        </p:txBody>
      </p:sp>
      <p:sp>
        <p:nvSpPr>
          <p:cNvPr id="52229" name="Text Box 4"/>
          <p:cNvSpPr txBox="1">
            <a:spLocks noChangeArrowheads="1"/>
          </p:cNvSpPr>
          <p:nvPr/>
        </p:nvSpPr>
        <p:spPr bwMode="auto">
          <a:xfrm>
            <a:off x="5715000" y="3581400"/>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eaLnBrk="1" hangingPunct="1">
              <a:buFont typeface="Arial" panose="020B0604020202090204" pitchFamily="34" charset="0"/>
              <a:buNone/>
              <a:defRPr/>
            </a:pPr>
            <a:r>
              <a:rPr lang="en-US" altLang="zh-CN" sz="2800">
                <a:effectLst>
                  <a:outerShdw blurRad="38100" dist="38100" dir="2700000" algn="tl">
                    <a:srgbClr val="C0C0C0"/>
                  </a:outerShdw>
                </a:effectLst>
              </a:rPr>
              <a:t>第一方向</a:t>
            </a:r>
            <a:endParaRPr lang="en-US" altLang="zh-CN" sz="2800"/>
          </a:p>
        </p:txBody>
      </p:sp>
      <p:sp>
        <p:nvSpPr>
          <p:cNvPr id="38" name="Freeform 3"/>
          <p:cNvSpPr>
            <a:spLocks noEditPoints="1" noChangeArrowheads="1"/>
          </p:cNvSpPr>
          <p:nvPr/>
        </p:nvSpPr>
        <p:spPr bwMode="auto">
          <a:xfrm>
            <a:off x="1219200" y="2057400"/>
            <a:ext cx="7391400" cy="4038600"/>
          </a:xfrm>
          <a:custGeom>
            <a:avLst/>
            <a:gdLst>
              <a:gd name="T0" fmla="*/ 2147483646 w 2820"/>
              <a:gd name="T1" fmla="*/ 2147483646 h 2912"/>
              <a:gd name="T2" fmla="*/ 2147483646 w 2820"/>
              <a:gd name="T3" fmla="*/ 2147483646 h 2912"/>
              <a:gd name="T4" fmla="*/ 2147483646 w 2820"/>
              <a:gd name="T5" fmla="*/ 2147483646 h 2912"/>
              <a:gd name="T6" fmla="*/ 2147483646 w 2820"/>
              <a:gd name="T7" fmla="*/ 2147483646 h 2912"/>
              <a:gd name="T8" fmla="*/ 2147483646 w 2820"/>
              <a:gd name="T9" fmla="*/ 2147483646 h 2912"/>
              <a:gd name="T10" fmla="*/ 2147483646 w 2820"/>
              <a:gd name="T11" fmla="*/ 2147483646 h 2912"/>
              <a:gd name="T12" fmla="*/ 2147483646 w 2820"/>
              <a:gd name="T13" fmla="*/ 2147483646 h 2912"/>
              <a:gd name="T14" fmla="*/ 2147483646 w 2820"/>
              <a:gd name="T15" fmla="*/ 2147483646 h 2912"/>
              <a:gd name="T16" fmla="*/ 0 w 2820"/>
              <a:gd name="T17" fmla="*/ 2147483646 h 2912"/>
              <a:gd name="T18" fmla="*/ 2147483646 w 2820"/>
              <a:gd name="T19" fmla="*/ 2147483646 h 2912"/>
              <a:gd name="T20" fmla="*/ 2147483646 w 2820"/>
              <a:gd name="T21" fmla="*/ 2147483646 h 2912"/>
              <a:gd name="T22" fmla="*/ 2147483646 w 2820"/>
              <a:gd name="T23" fmla="*/ 2147483646 h 2912"/>
              <a:gd name="T24" fmla="*/ 2147483646 w 2820"/>
              <a:gd name="T25" fmla="*/ 2147483646 h 2912"/>
              <a:gd name="T26" fmla="*/ 2147483646 w 2820"/>
              <a:gd name="T27" fmla="*/ 2147483646 h 2912"/>
              <a:gd name="T28" fmla="*/ 2147483646 w 2820"/>
              <a:gd name="T29" fmla="*/ 2147483646 h 2912"/>
              <a:gd name="T30" fmla="*/ 2147483646 w 2820"/>
              <a:gd name="T31" fmla="*/ 2147483646 h 2912"/>
              <a:gd name="T32" fmla="*/ 2147483646 w 2820"/>
              <a:gd name="T33" fmla="*/ 2147483646 h 2912"/>
              <a:gd name="T34" fmla="*/ 2147483646 w 2820"/>
              <a:gd name="T35" fmla="*/ 2147483646 h 2912"/>
              <a:gd name="T36" fmla="*/ 2147483646 w 2820"/>
              <a:gd name="T37" fmla="*/ 2147483646 h 2912"/>
              <a:gd name="T38" fmla="*/ 2147483646 w 2820"/>
              <a:gd name="T39" fmla="*/ 2147483646 h 2912"/>
              <a:gd name="T40" fmla="*/ 2147483646 w 2820"/>
              <a:gd name="T41" fmla="*/ 2147483646 h 2912"/>
              <a:gd name="T42" fmla="*/ 2147483646 w 2820"/>
              <a:gd name="T43" fmla="*/ 2147483646 h 2912"/>
              <a:gd name="T44" fmla="*/ 2147483646 w 2820"/>
              <a:gd name="T45" fmla="*/ 2147483646 h 2912"/>
              <a:gd name="T46" fmla="*/ 2147483646 w 2820"/>
              <a:gd name="T47" fmla="*/ 2147483646 h 2912"/>
              <a:gd name="T48" fmla="*/ 2147483646 w 2820"/>
              <a:gd name="T49" fmla="*/ 2147483646 h 2912"/>
              <a:gd name="T50" fmla="*/ 2147483646 w 2820"/>
              <a:gd name="T51" fmla="*/ 2147483646 h 2912"/>
              <a:gd name="T52" fmla="*/ 2147483646 w 2820"/>
              <a:gd name="T53" fmla="*/ 2147483646 h 2912"/>
              <a:gd name="T54" fmla="*/ 2147483646 w 2820"/>
              <a:gd name="T55" fmla="*/ 2147483646 h 2912"/>
              <a:gd name="T56" fmla="*/ 2147483646 w 2820"/>
              <a:gd name="T57" fmla="*/ 2147483646 h 2912"/>
              <a:gd name="T58" fmla="*/ 2147483646 w 2820"/>
              <a:gd name="T59" fmla="*/ 2147483646 h 2912"/>
              <a:gd name="T60" fmla="*/ 2147483646 w 2820"/>
              <a:gd name="T61" fmla="*/ 2147483646 h 2912"/>
              <a:gd name="T62" fmla="*/ 2147483646 w 2820"/>
              <a:gd name="T63" fmla="*/ 2147483646 h 2912"/>
              <a:gd name="T64" fmla="*/ 2147483646 w 2820"/>
              <a:gd name="T65" fmla="*/ 2147483646 h 2912"/>
              <a:gd name="T66" fmla="*/ 2147483646 w 2820"/>
              <a:gd name="T67" fmla="*/ 2147483646 h 2912"/>
              <a:gd name="T68" fmla="*/ 2147483646 w 2820"/>
              <a:gd name="T69" fmla="*/ 2147483646 h 2912"/>
              <a:gd name="T70" fmla="*/ 2147483646 w 2820"/>
              <a:gd name="T71" fmla="*/ 2147483646 h 2912"/>
              <a:gd name="T72" fmla="*/ 2147483646 w 2820"/>
              <a:gd name="T73" fmla="*/ 2147483646 h 2912"/>
              <a:gd name="T74" fmla="*/ 2147483646 w 2820"/>
              <a:gd name="T75" fmla="*/ 2147483646 h 2912"/>
              <a:gd name="T76" fmla="*/ 2147483646 w 2820"/>
              <a:gd name="T77" fmla="*/ 2147483646 h 2912"/>
              <a:gd name="T78" fmla="*/ 2147483646 w 2820"/>
              <a:gd name="T79" fmla="*/ 2147483646 h 2912"/>
              <a:gd name="T80" fmla="*/ 2147483646 w 2820"/>
              <a:gd name="T81" fmla="*/ 2147483646 h 2912"/>
              <a:gd name="T82" fmla="*/ 2147483646 w 2820"/>
              <a:gd name="T83" fmla="*/ 2147483646 h 2912"/>
              <a:gd name="T84" fmla="*/ 2147483646 w 2820"/>
              <a:gd name="T85" fmla="*/ 2147483646 h 2912"/>
              <a:gd name="T86" fmla="*/ 2147483646 w 2820"/>
              <a:gd name="T87" fmla="*/ 2147483646 h 2912"/>
              <a:gd name="T88" fmla="*/ 2147483646 w 2820"/>
              <a:gd name="T89" fmla="*/ 2147483646 h 2912"/>
              <a:gd name="T90" fmla="*/ 2147483646 w 2820"/>
              <a:gd name="T91" fmla="*/ 2147483646 h 29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chemeClr val="hlink"/>
              </a:gs>
              <a:gs pos="100000">
                <a:schemeClr val="accent1"/>
              </a:gs>
            </a:gsLst>
            <a:lin ang="5400000" scaled="1"/>
          </a:gradFill>
          <a:ln>
            <a:noFill/>
          </a:ln>
          <a:effectLst>
            <a:outerShdw dist="206741" dir="8249373" algn="ctr" rotWithShape="0">
              <a:srgbClr val="C1D1D3">
                <a:alpha val="50000"/>
              </a:srgbClr>
            </a:outerShdw>
          </a:effectLst>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 name="Oval 6"/>
          <p:cNvSpPr>
            <a:spLocks noChangeArrowheads="1"/>
          </p:cNvSpPr>
          <p:nvPr/>
        </p:nvSpPr>
        <p:spPr bwMode="auto">
          <a:xfrm rot="-723406">
            <a:off x="4567238" y="5222875"/>
            <a:ext cx="1576387" cy="720725"/>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0" name="Oval 7"/>
          <p:cNvSpPr>
            <a:spLocks noChangeArrowheads="1"/>
          </p:cNvSpPr>
          <p:nvPr/>
        </p:nvSpPr>
        <p:spPr bwMode="auto">
          <a:xfrm>
            <a:off x="4495800" y="4019550"/>
            <a:ext cx="1881188" cy="176847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1" name="Oval 8"/>
          <p:cNvSpPr>
            <a:spLocks noChangeArrowheads="1"/>
          </p:cNvSpPr>
          <p:nvPr/>
        </p:nvSpPr>
        <p:spPr bwMode="auto">
          <a:xfrm>
            <a:off x="4516438" y="4029075"/>
            <a:ext cx="1836737" cy="172402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2" name="Oval 9"/>
          <p:cNvSpPr>
            <a:spLocks noChangeArrowheads="1"/>
          </p:cNvSpPr>
          <p:nvPr/>
        </p:nvSpPr>
        <p:spPr bwMode="auto">
          <a:xfrm>
            <a:off x="4587875" y="4044950"/>
            <a:ext cx="1747838" cy="161290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3" name="Oval 10"/>
          <p:cNvSpPr>
            <a:spLocks noChangeArrowheads="1"/>
          </p:cNvSpPr>
          <p:nvPr/>
        </p:nvSpPr>
        <p:spPr bwMode="auto">
          <a:xfrm>
            <a:off x="4625975" y="4089400"/>
            <a:ext cx="1554163" cy="130810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4" name="Text Box 11"/>
          <p:cNvSpPr txBox="1">
            <a:spLocks noChangeArrowheads="1"/>
          </p:cNvSpPr>
          <p:nvPr/>
        </p:nvSpPr>
        <p:spPr bwMode="auto">
          <a:xfrm>
            <a:off x="5049838" y="4492625"/>
            <a:ext cx="6873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r>
              <a:rPr lang="en-US" altLang="zh-CN" sz="4000" b="1">
                <a:sym typeface="Symbol" panose="05050102010706020507" pitchFamily="18" charset="2"/>
              </a:rPr>
              <a:t></a:t>
            </a:r>
            <a:r>
              <a:rPr lang="en-US" altLang="zh-CN" sz="4000" b="1"/>
              <a:t> </a:t>
            </a:r>
          </a:p>
        </p:txBody>
      </p:sp>
      <p:sp>
        <p:nvSpPr>
          <p:cNvPr id="45" name="Oval 12"/>
          <p:cNvSpPr>
            <a:spLocks noChangeArrowheads="1"/>
          </p:cNvSpPr>
          <p:nvPr/>
        </p:nvSpPr>
        <p:spPr bwMode="auto">
          <a:xfrm rot="-772996">
            <a:off x="1219200" y="3962400"/>
            <a:ext cx="1133475" cy="609600"/>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nvGrpSpPr>
          <p:cNvPr id="46" name="Group 13"/>
          <p:cNvGrpSpPr/>
          <p:nvPr/>
        </p:nvGrpSpPr>
        <p:grpSpPr bwMode="auto">
          <a:xfrm>
            <a:off x="1220788" y="3048000"/>
            <a:ext cx="1370012" cy="1441450"/>
            <a:chOff x="0" y="0"/>
            <a:chExt cx="842" cy="860"/>
          </a:xfrm>
        </p:grpSpPr>
        <p:sp>
          <p:nvSpPr>
            <p:cNvPr id="47" name="Oval 14"/>
            <p:cNvSpPr>
              <a:spLocks noChangeArrowheads="1"/>
            </p:cNvSpPr>
            <p:nvPr/>
          </p:nvSpPr>
          <p:spPr bwMode="auto">
            <a:xfrm>
              <a:off x="0" y="0"/>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8" name="Oval 15"/>
            <p:cNvSpPr>
              <a:spLocks noChangeArrowheads="1"/>
            </p:cNvSpPr>
            <p:nvPr/>
          </p:nvSpPr>
          <p:spPr bwMode="auto">
            <a:xfrm>
              <a:off x="11" y="5"/>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9" name="Oval 16"/>
            <p:cNvSpPr>
              <a:spLocks noChangeArrowheads="1"/>
            </p:cNvSpPr>
            <p:nvPr/>
          </p:nvSpPr>
          <p:spPr bwMode="auto">
            <a:xfrm>
              <a:off x="19" y="13"/>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0" name="Oval 17"/>
            <p:cNvSpPr>
              <a:spLocks noChangeArrowheads="1"/>
            </p:cNvSpPr>
            <p:nvPr/>
          </p:nvSpPr>
          <p:spPr bwMode="auto">
            <a:xfrm>
              <a:off x="63" y="35"/>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1" name="Text Box 18"/>
            <p:cNvSpPr txBox="1">
              <a:spLocks noChangeArrowheads="1"/>
            </p:cNvSpPr>
            <p:nvPr/>
          </p:nvSpPr>
          <p:spPr bwMode="auto">
            <a:xfrm>
              <a:off x="79" y="184"/>
              <a:ext cx="664"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r>
                <a:rPr lang="en-US" altLang="zh-CN" sz="3600" b="1">
                  <a:sym typeface="Symbol" panose="05050102010706020507" pitchFamily="18" charset="2"/>
                </a:rPr>
                <a:t></a:t>
              </a:r>
              <a:r>
                <a:rPr lang="en-US" altLang="zh-CN" sz="4000" b="1"/>
                <a:t> </a:t>
              </a:r>
              <a:r>
                <a:rPr lang="en-US" altLang="zh-CN" sz="3600" b="1">
                  <a:sym typeface="Symbol" panose="05050102010706020507" pitchFamily="18" charset="2"/>
                </a:rPr>
                <a:t></a:t>
              </a:r>
              <a:r>
                <a:rPr lang="en-US" altLang="zh-CN" sz="3600" b="1"/>
                <a:t> </a:t>
              </a:r>
            </a:p>
          </p:txBody>
        </p:sp>
      </p:grpSp>
      <p:sp>
        <p:nvSpPr>
          <p:cNvPr id="52" name="Oval 19"/>
          <p:cNvSpPr>
            <a:spLocks noChangeArrowheads="1"/>
          </p:cNvSpPr>
          <p:nvPr/>
        </p:nvSpPr>
        <p:spPr bwMode="auto">
          <a:xfrm>
            <a:off x="1566863" y="2435225"/>
            <a:ext cx="914400" cy="533400"/>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3" name="Oval 20"/>
          <p:cNvSpPr>
            <a:spLocks noChangeArrowheads="1"/>
          </p:cNvSpPr>
          <p:nvPr/>
        </p:nvSpPr>
        <p:spPr bwMode="auto">
          <a:xfrm>
            <a:off x="1643063" y="1828800"/>
            <a:ext cx="1023937" cy="1023938"/>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4" name="Oval 21"/>
          <p:cNvSpPr>
            <a:spLocks noChangeArrowheads="1"/>
          </p:cNvSpPr>
          <p:nvPr/>
        </p:nvSpPr>
        <p:spPr bwMode="auto">
          <a:xfrm>
            <a:off x="1655763" y="1833563"/>
            <a:ext cx="1000125" cy="100012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5" name="Oval 22"/>
          <p:cNvSpPr>
            <a:spLocks noChangeArrowheads="1"/>
          </p:cNvSpPr>
          <p:nvPr/>
        </p:nvSpPr>
        <p:spPr bwMode="auto">
          <a:xfrm>
            <a:off x="1666875" y="1844675"/>
            <a:ext cx="950913" cy="93345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6" name="Oval 23"/>
          <p:cNvSpPr>
            <a:spLocks noChangeArrowheads="1"/>
          </p:cNvSpPr>
          <p:nvPr/>
        </p:nvSpPr>
        <p:spPr bwMode="auto">
          <a:xfrm>
            <a:off x="1720850" y="1870075"/>
            <a:ext cx="847725" cy="757238"/>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7" name="Text Box 24"/>
          <p:cNvSpPr txBox="1">
            <a:spLocks noChangeArrowheads="1"/>
          </p:cNvSpPr>
          <p:nvPr/>
        </p:nvSpPr>
        <p:spPr bwMode="auto">
          <a:xfrm>
            <a:off x="1816100" y="2000250"/>
            <a:ext cx="698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r>
              <a:rPr lang="en-US" altLang="zh-CN" b="1">
                <a:sym typeface="Symbol" panose="05050102010706020507" pitchFamily="18" charset="2"/>
              </a:rPr>
              <a:t></a:t>
            </a:r>
            <a:r>
              <a:rPr lang="en-US" altLang="zh-CN" b="1"/>
              <a:t> </a:t>
            </a:r>
          </a:p>
        </p:txBody>
      </p:sp>
      <p:sp>
        <p:nvSpPr>
          <p:cNvPr id="58" name="Oval 25"/>
          <p:cNvSpPr>
            <a:spLocks noChangeArrowheads="1"/>
          </p:cNvSpPr>
          <p:nvPr/>
        </p:nvSpPr>
        <p:spPr bwMode="auto">
          <a:xfrm>
            <a:off x="2928938" y="2133600"/>
            <a:ext cx="685800" cy="228600"/>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59" name="Oval 26"/>
          <p:cNvSpPr>
            <a:spLocks noChangeArrowheads="1"/>
          </p:cNvSpPr>
          <p:nvPr/>
        </p:nvSpPr>
        <p:spPr bwMode="auto">
          <a:xfrm>
            <a:off x="3051175" y="1600200"/>
            <a:ext cx="682625" cy="68262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0" name="Oval 27"/>
          <p:cNvSpPr>
            <a:spLocks noChangeArrowheads="1"/>
          </p:cNvSpPr>
          <p:nvPr/>
        </p:nvSpPr>
        <p:spPr bwMode="auto">
          <a:xfrm>
            <a:off x="3060700" y="1603375"/>
            <a:ext cx="665163" cy="66675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1" name="Oval 28"/>
          <p:cNvSpPr>
            <a:spLocks noChangeArrowheads="1"/>
          </p:cNvSpPr>
          <p:nvPr/>
        </p:nvSpPr>
        <p:spPr bwMode="auto">
          <a:xfrm>
            <a:off x="3067050" y="1609725"/>
            <a:ext cx="633413" cy="62230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2" name="Oval 29"/>
          <p:cNvSpPr>
            <a:spLocks noChangeArrowheads="1"/>
          </p:cNvSpPr>
          <p:nvPr/>
        </p:nvSpPr>
        <p:spPr bwMode="auto">
          <a:xfrm>
            <a:off x="3103563" y="1628775"/>
            <a:ext cx="563562" cy="503238"/>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3" name="Text Box 30"/>
          <p:cNvSpPr txBox="1">
            <a:spLocks noChangeArrowheads="1"/>
          </p:cNvSpPr>
          <p:nvPr/>
        </p:nvSpPr>
        <p:spPr bwMode="auto">
          <a:xfrm>
            <a:off x="3135313" y="1744663"/>
            <a:ext cx="519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r>
              <a:rPr lang="en-US" altLang="zh-CN" sz="2000" b="1">
                <a:sym typeface="Symbol" panose="05050102010706020507" pitchFamily="18" charset="2"/>
              </a:rPr>
              <a:t></a:t>
            </a:r>
            <a:r>
              <a:rPr lang="en-US" altLang="zh-CN" sz="2000" b="1"/>
              <a:t> </a:t>
            </a:r>
          </a:p>
        </p:txBody>
      </p:sp>
      <p:sp>
        <p:nvSpPr>
          <p:cNvPr id="64" name="Oval 31"/>
          <p:cNvSpPr>
            <a:spLocks noChangeArrowheads="1"/>
          </p:cNvSpPr>
          <p:nvPr/>
        </p:nvSpPr>
        <p:spPr bwMode="auto">
          <a:xfrm rot="-772996">
            <a:off x="2676525" y="4779963"/>
            <a:ext cx="1301750" cy="715962"/>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nvGrpSpPr>
          <p:cNvPr id="65" name="Group 32"/>
          <p:cNvGrpSpPr/>
          <p:nvPr/>
        </p:nvGrpSpPr>
        <p:grpSpPr bwMode="auto">
          <a:xfrm>
            <a:off x="2590800" y="3810000"/>
            <a:ext cx="1600200" cy="1600200"/>
            <a:chOff x="0" y="0"/>
            <a:chExt cx="842" cy="860"/>
          </a:xfrm>
        </p:grpSpPr>
        <p:sp>
          <p:nvSpPr>
            <p:cNvPr id="66" name="Oval 33"/>
            <p:cNvSpPr>
              <a:spLocks noChangeArrowheads="1"/>
            </p:cNvSpPr>
            <p:nvPr/>
          </p:nvSpPr>
          <p:spPr bwMode="auto">
            <a:xfrm>
              <a:off x="0" y="0"/>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7" name="Oval 34"/>
            <p:cNvSpPr>
              <a:spLocks noChangeArrowheads="1"/>
            </p:cNvSpPr>
            <p:nvPr/>
          </p:nvSpPr>
          <p:spPr bwMode="auto">
            <a:xfrm>
              <a:off x="11" y="5"/>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8" name="Oval 35"/>
            <p:cNvSpPr>
              <a:spLocks noChangeArrowheads="1"/>
            </p:cNvSpPr>
            <p:nvPr/>
          </p:nvSpPr>
          <p:spPr bwMode="auto">
            <a:xfrm>
              <a:off x="19" y="13"/>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9" name="Oval 36"/>
            <p:cNvSpPr>
              <a:spLocks noChangeArrowheads="1"/>
            </p:cNvSpPr>
            <p:nvPr/>
          </p:nvSpPr>
          <p:spPr bwMode="auto">
            <a:xfrm>
              <a:off x="63" y="35"/>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0" name="Text Box 37"/>
            <p:cNvSpPr txBox="1">
              <a:spLocks noChangeArrowheads="1"/>
            </p:cNvSpPr>
            <p:nvPr/>
          </p:nvSpPr>
          <p:spPr bwMode="auto">
            <a:xfrm>
              <a:off x="243" y="192"/>
              <a:ext cx="333"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r>
                <a:rPr lang="en-US" altLang="zh-CN" sz="4000" b="1">
                  <a:sym typeface="Symbol" panose="05050102010706020507" pitchFamily="18" charset="2"/>
                </a:rPr>
                <a:t></a:t>
              </a:r>
              <a:r>
                <a:rPr lang="en-US" altLang="zh-CN" sz="4000" b="1"/>
                <a:t> </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66C998D6-DAB4-471B-B699-CF28613F771B}" type="slidenum">
              <a:rPr lang="en-US" altLang="zh-CN" sz="1200">
                <a:effectLst>
                  <a:outerShdw blurRad="38100" dist="38100" dir="2700000" algn="tl">
                    <a:srgbClr val="C0C0C0"/>
                  </a:outerShdw>
                </a:effectLst>
                <a:latin typeface="Verdana" panose="020B0804030504040204" pitchFamily="34" charset="0"/>
              </a:rPr>
              <a:t>46</a:t>
            </a:fld>
            <a:endParaRPr lang="en-US" altLang="zh-CN" sz="1200">
              <a:effectLst>
                <a:outerShdw blurRad="38100" dist="38100" dir="2700000" algn="tl">
                  <a:srgbClr val="C0C0C0"/>
                </a:outerShdw>
              </a:effectLst>
              <a:latin typeface="Verdana" panose="020B0804030504040204" pitchFamily="34" charset="0"/>
            </a:endParaRPr>
          </a:p>
        </p:txBody>
      </p:sp>
      <p:sp>
        <p:nvSpPr>
          <p:cNvPr id="55299" name="Rectangle 2"/>
          <p:cNvSpPr>
            <a:spLocks noGrp="1" noChangeArrowheads="1"/>
          </p:cNvSpPr>
          <p:nvPr>
            <p:ph type="title" idx="4294967295"/>
          </p:nvPr>
        </p:nvSpPr>
        <p:spPr/>
        <p:txBody>
          <a:bodyPr/>
          <a:lstStyle/>
          <a:p>
            <a:pPr eaLnBrk="1" hangingPunct="1"/>
            <a:r>
              <a:rPr lang="en-US" altLang="zh-CN">
                <a:ea typeface="宋体" pitchFamily="2" charset="-122"/>
              </a:rPr>
              <a:t>一些替代符号</a:t>
            </a:r>
          </a:p>
        </p:txBody>
      </p:sp>
      <p:graphicFrame>
        <p:nvGraphicFramePr>
          <p:cNvPr id="55300" name="Object 3"/>
          <p:cNvGraphicFramePr>
            <a:graphicFrameLocks noGrp="1" noChangeAspect="1"/>
          </p:cNvGraphicFramePr>
          <p:nvPr>
            <p:ph type="tbl" idx="4294967295"/>
          </p:nvPr>
        </p:nvGraphicFramePr>
        <p:xfrm>
          <a:off x="412750" y="2286000"/>
          <a:ext cx="8120063" cy="3001963"/>
        </p:xfrm>
        <a:graphic>
          <a:graphicData uri="http://schemas.openxmlformats.org/presentationml/2006/ole">
            <mc:AlternateContent xmlns:mc="http://schemas.openxmlformats.org/markup-compatibility/2006">
              <mc:Choice xmlns:v="urn:schemas-microsoft-com:vml" Requires="v">
                <p:oleObj name="Document" r:id="rId2" imgW="8808720" imgH="3256280" progId="Word.Document.8">
                  <p:embed/>
                </p:oleObj>
              </mc:Choice>
              <mc:Fallback>
                <p:oleObj name="Document" r:id="rId2" imgW="8808720" imgH="3256280" progId="Word.Document.8">
                  <p:embed/>
                  <p:pic>
                    <p:nvPicPr>
                      <p:cNvPr id="0" name="Object 3"/>
                      <p:cNvPicPr>
                        <a:picLocks noGrp="1" noChangeAspect="1" noChangeArrowheads="1"/>
                      </p:cNvPicPr>
                      <p:nvPr/>
                    </p:nvPicPr>
                    <p:blipFill>
                      <a:blip r:embed="rId3"/>
                      <a:srcRect/>
                      <a:stretch>
                        <a:fillRect/>
                      </a:stretch>
                    </p:blipFill>
                    <p:spPr bwMode="auto">
                      <a:xfrm>
                        <a:off x="412750" y="2286000"/>
                        <a:ext cx="8120063" cy="300196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81D5622E-E740-4FC7-9118-31CD807F7C5F}" type="slidenum">
              <a:rPr lang="en-US" altLang="zh-CN" sz="1200">
                <a:effectLst>
                  <a:outerShdw blurRad="38100" dist="38100" dir="2700000" algn="tl">
                    <a:srgbClr val="C0C0C0"/>
                  </a:outerShdw>
                </a:effectLst>
                <a:latin typeface="Verdana" panose="020B0804030504040204" pitchFamily="34" charset="0"/>
              </a:rPr>
              <a:t>47</a:t>
            </a:fld>
            <a:endParaRPr lang="en-US" altLang="zh-CN" sz="1200">
              <a:effectLst>
                <a:outerShdw blurRad="38100" dist="38100" dir="2700000" algn="tl">
                  <a:srgbClr val="C0C0C0"/>
                </a:outerShdw>
              </a:effectLst>
              <a:latin typeface="Verdana" panose="020B0804030504040204" pitchFamily="34" charset="0"/>
            </a:endParaRPr>
          </a:p>
        </p:txBody>
      </p:sp>
      <p:sp>
        <p:nvSpPr>
          <p:cNvPr id="56323" name="Rectangle 2"/>
          <p:cNvSpPr>
            <a:spLocks noGrp="1" noChangeArrowheads="1"/>
          </p:cNvSpPr>
          <p:nvPr>
            <p:ph type="title" idx="4294967295"/>
          </p:nvPr>
        </p:nvSpPr>
        <p:spPr/>
        <p:txBody>
          <a:bodyPr/>
          <a:lstStyle/>
          <a:p>
            <a:pPr eaLnBrk="1" hangingPunct="1"/>
            <a:r>
              <a:rPr lang="en-US" altLang="zh-CN">
                <a:ea typeface="宋体" pitchFamily="2" charset="-122"/>
              </a:rPr>
              <a:t>示例 </a:t>
            </a:r>
          </a:p>
        </p:txBody>
      </p:sp>
      <p:sp>
        <p:nvSpPr>
          <p:cNvPr id="54276" name="Rectangle 3"/>
          <p:cNvSpPr>
            <a:spLocks noGrp="1"/>
          </p:cNvSpPr>
          <p:nvPr>
            <p:ph type="body" idx="4294967295"/>
          </p:nvPr>
        </p:nvSpPr>
        <p:spPr>
          <a:xfrm>
            <a:off x="304800" y="1524000"/>
            <a:ext cx="8458200" cy="4876800"/>
          </a:xfrm>
        </p:spPr>
        <p:txBody>
          <a:bodyPr/>
          <a:lstStyle/>
          <a:p>
            <a:pPr algn="just" eaLnBrk="1" hangingPunct="1">
              <a:defRPr/>
            </a:pPr>
            <a:r>
              <a:rPr lang="en-US" altLang="zh-CN" sz="2400" noProof="1">
                <a:solidFill>
                  <a:srgbClr val="000000"/>
                </a:solidFill>
                <a:ea typeface="宋体" pitchFamily="2" charset="-122"/>
              </a:rPr>
              <a:t>谓词逻辑应用于计算机硬件的设计上，这个思想是1938年克劳德-香农（Claude Shannon）首次发表在他的MIT硕士论文中。</a:t>
            </a:r>
          </a:p>
          <a:p>
            <a:pPr algn="just" eaLnBrk="1" hangingPunct="1">
              <a:defRPr/>
            </a:pPr>
            <a:r>
              <a:rPr lang="en-US" altLang="zh-CN" sz="2400" noProof="1">
                <a:solidFill>
                  <a:srgbClr val="000000"/>
                </a:solidFill>
                <a:ea typeface="宋体" pitchFamily="2" charset="-122"/>
              </a:rPr>
              <a:t>逻辑电路（或数字电路）接受输入信号p1,p2,......, pn，每个信号1位[或0(关)或1(开)]，产生输出信号s1,s2,......,sn，每个一位。复杂的数字电路都是由三种简单的基本电路构成（门电路）。</a:t>
            </a:r>
            <a:endParaRPr lang="en-US" altLang="zh-CN" sz="2800" noProof="1">
              <a:solidFill>
                <a:srgbClr val="000000"/>
              </a:solidFill>
              <a:latin typeface="Times New Roman" panose="02020503050405090304" pitchFamily="18" charset="0"/>
              <a:ea typeface="宋体" pitchFamily="2" charset="-122"/>
            </a:endParaRPr>
          </a:p>
          <a:p>
            <a:pPr marL="0" indent="0" algn="just" eaLnBrk="1" hangingPunct="1">
              <a:buFont typeface="Wingdings" panose="05000000000000000000" pitchFamily="2" charset="2"/>
              <a:buNone/>
              <a:defRPr/>
            </a:pPr>
            <a:endParaRPr lang="en-US" altLang="zh-CN" noProof="1">
              <a:ea typeface="宋体" pitchFamily="2" charset="-122"/>
              <a:sym typeface="Symbol" panose="05050102010706020507" pitchFamily="18" charset="2"/>
            </a:endParaRPr>
          </a:p>
        </p:txBody>
      </p:sp>
      <p:pic>
        <p:nvPicPr>
          <p:cNvPr id="56325" name="图片 52" descr="C:\Users\98366\AppData\Roaming\Tencent\Users\983660274\TIM\WinTemp\RichOle\IU89F1CA$E1XMUTB2S4Y8NL.png"/>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4168775"/>
            <a:ext cx="56261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7CBD8333-1469-4A83-991A-6C661405F353}" type="slidenum">
              <a:rPr lang="en-US" altLang="zh-CN" sz="1200">
                <a:effectLst>
                  <a:outerShdw blurRad="38100" dist="38100" dir="2700000" algn="tl">
                    <a:srgbClr val="C0C0C0"/>
                  </a:outerShdw>
                </a:effectLst>
                <a:latin typeface="Verdana" panose="020B0804030504040204" pitchFamily="34" charset="0"/>
              </a:rPr>
              <a:t>48</a:t>
            </a:fld>
            <a:endParaRPr lang="en-US" altLang="zh-CN" sz="1200">
              <a:effectLst>
                <a:outerShdw blurRad="38100" dist="38100" dir="2700000" algn="tl">
                  <a:srgbClr val="C0C0C0"/>
                </a:outerShdw>
              </a:effectLst>
              <a:latin typeface="Verdana" panose="020B0804030504040204" pitchFamily="34" charset="0"/>
            </a:endParaRPr>
          </a:p>
        </p:txBody>
      </p:sp>
      <p:sp>
        <p:nvSpPr>
          <p:cNvPr id="69635" name="Rectangle 2"/>
          <p:cNvSpPr>
            <a:spLocks noGrp="1" noChangeArrowheads="1"/>
          </p:cNvSpPr>
          <p:nvPr>
            <p:ph type="title" idx="4294967295"/>
          </p:nvPr>
        </p:nvSpPr>
        <p:spPr/>
        <p:txBody>
          <a:bodyPr/>
          <a:lstStyle/>
          <a:p>
            <a:pPr eaLnBrk="1" hangingPunct="1"/>
            <a:r>
              <a:rPr lang="en-US" altLang="zh-CN">
                <a:ea typeface="宋体" pitchFamily="2" charset="-122"/>
              </a:rPr>
              <a:t>例 5：语言处理的语句</a:t>
            </a:r>
          </a:p>
        </p:txBody>
      </p:sp>
      <p:sp>
        <p:nvSpPr>
          <p:cNvPr id="62467" name="Rectangle 3"/>
          <p:cNvSpPr>
            <a:spLocks noGrp="1"/>
          </p:cNvSpPr>
          <p:nvPr>
            <p:ph type="body" idx="4294967295"/>
          </p:nvPr>
        </p:nvSpPr>
        <p:spPr>
          <a:xfrm>
            <a:off x="457200" y="1657350"/>
            <a:ext cx="8229600" cy="4879975"/>
          </a:xfrm>
        </p:spPr>
        <p:txBody>
          <a:bodyPr/>
          <a:lstStyle/>
          <a:p>
            <a:pPr eaLnBrk="1" hangingPunct="1">
              <a:defRPr/>
            </a:pPr>
            <a:endParaRPr lang="en-US" altLang="zh-CN" sz="2400" noProof="1">
              <a:solidFill>
                <a:srgbClr val="000000"/>
              </a:solidFill>
              <a:latin typeface="Times New Roman" panose="02020503050405090304" pitchFamily="18" charset="0"/>
              <a:ea typeface="宋体" pitchFamily="2" charset="-122"/>
            </a:endParaRPr>
          </a:p>
          <a:p>
            <a:pPr eaLnBrk="1" hangingPunct="1">
              <a:defRPr/>
            </a:pPr>
            <a:endParaRPr lang="en-US" altLang="zh-CN" sz="2400" noProof="1">
              <a:solidFill>
                <a:srgbClr val="000000"/>
              </a:solidFill>
              <a:latin typeface="Times New Roman" panose="02020503050405090304" pitchFamily="18" charset="0"/>
              <a:ea typeface="宋体" pitchFamily="2" charset="-122"/>
            </a:endParaRPr>
          </a:p>
          <a:p>
            <a:pPr marL="0" indent="0" eaLnBrk="1" hangingPunct="1">
              <a:buFont typeface="Wingdings" panose="05000000000000000000" pitchFamily="2" charset="2"/>
              <a:buNone/>
              <a:defRPr/>
            </a:pPr>
            <a:endParaRPr lang="en-US" altLang="zh-CN" b="1" noProof="1">
              <a:solidFill>
                <a:srgbClr val="000000"/>
              </a:solidFill>
              <a:ea typeface="宋体" pitchFamily="2" charset="-122"/>
            </a:endParaRPr>
          </a:p>
        </p:txBody>
      </p:sp>
      <p:pic>
        <p:nvPicPr>
          <p:cNvPr id="58373" name="图片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14283"/>
            <a:ext cx="53530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4864100"/>
            <a:ext cx="375761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p:cNvSpPr txBox="1"/>
          <p:nvPr/>
        </p:nvSpPr>
        <p:spPr bwMode="auto">
          <a:xfrm>
            <a:off x="609600" y="1809750"/>
            <a:ext cx="82296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defRPr/>
            </a:pPr>
            <a:r>
              <a:rPr lang="en-US" altLang="zh-CN" sz="2400">
                <a:ea typeface="宋体" pitchFamily="2" charset="-122"/>
                <a:sym typeface="+mn-ea"/>
              </a:rPr>
              <a:t>在逻辑电路中，谓词逻辑公式常常用来表示电路的输出。请找出以下两个组合电路的输出结果：</a:t>
            </a:r>
            <a:endParaRPr lang="en-US" altLang="zh-CN" sz="2400" noProof="1">
              <a:solidFill>
                <a:srgbClr val="000000"/>
              </a:solidFill>
              <a:latin typeface="Times New Roman" panose="02020503050405090304" pitchFamily="18" charset="0"/>
              <a:ea typeface="宋体" pitchFamily="2" charset="-122"/>
            </a:endParaRPr>
          </a:p>
          <a:p>
            <a:pPr eaLnBrk="1" hangingPunct="1">
              <a:defRPr/>
            </a:pPr>
            <a:endParaRPr lang="en-US" altLang="zh-CN" sz="2400" noProof="1">
              <a:solidFill>
                <a:srgbClr val="000000"/>
              </a:solidFill>
              <a:latin typeface="Times New Roman" panose="02020503050405090304" pitchFamily="18" charset="0"/>
              <a:ea typeface="宋体" pitchFamily="2" charset="-122"/>
            </a:endParaRPr>
          </a:p>
          <a:p>
            <a:pPr marL="0" indent="0" eaLnBrk="1" hangingPunct="1">
              <a:buFont typeface="Wingdings" panose="05000000000000000000" pitchFamily="2" charset="2"/>
              <a:buNone/>
              <a:defRPr/>
            </a:pPr>
            <a:endParaRPr lang="en-US" altLang="zh-CN" b="1" noProof="1">
              <a:solidFill>
                <a:srgbClr val="000000"/>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249103"/>
            <a:ext cx="4237037"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358719B8-1407-41AF-95FC-A2D54B748460}" type="slidenum">
              <a:rPr lang="en-US" altLang="zh-CN" sz="1200">
                <a:effectLst>
                  <a:outerShdw blurRad="38100" dist="38100" dir="2700000" algn="tl">
                    <a:srgbClr val="C0C0C0"/>
                  </a:outerShdw>
                </a:effectLst>
                <a:latin typeface="Verdana" panose="020B0804030504040204" pitchFamily="34" charset="0"/>
              </a:rPr>
              <a:t>49</a:t>
            </a:fld>
            <a:endParaRPr lang="en-US" altLang="zh-CN" sz="1200">
              <a:effectLst>
                <a:outerShdw blurRad="38100" dist="38100" dir="2700000" algn="tl">
                  <a:srgbClr val="C0C0C0"/>
                </a:outerShdw>
              </a:effectLst>
              <a:latin typeface="Verdana" panose="020B0804030504040204" pitchFamily="34" charset="0"/>
            </a:endParaRPr>
          </a:p>
        </p:txBody>
      </p:sp>
      <p:sp>
        <p:nvSpPr>
          <p:cNvPr id="121860"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xmlns:a14="http://schemas.microsoft.com/office/drawing/2010/main">
        <mc:Choice Requires="a14">
          <p:sp>
            <p:nvSpPr>
              <p:cNvPr id="13" name="Rectangle 3"/>
              <p:cNvSpPr txBox="1">
                <a:spLocks noChangeArrowheads="1"/>
              </p:cNvSpPr>
              <p:nvPr/>
            </p:nvSpPr>
            <p:spPr bwMode="auto">
              <a:xfrm>
                <a:off x="0" y="1447800"/>
                <a:ext cx="9145588" cy="4725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ea typeface="宋体" pitchFamily="2" charset="-122"/>
                  </a:rPr>
                  <a:t>11.</a:t>
                </a:r>
                <a:r>
                  <a:rPr lang="en-US" altLang="zh-CN" dirty="0"/>
                  <a:t>以下哪项是</a:t>
                </a:r>
                <a:r>
                  <a:rPr lang="zh-CN" altLang="en-US" dirty="0"/>
                  <a:t>组合电路的输入</a:t>
                </a:r>
                <a:r>
                  <a:rPr lang="en-US" altLang="zh-CN" dirty="0"/>
                  <a:t>？</a:t>
                </a:r>
              </a:p>
              <a:p>
                <a:r>
                  <a:rPr lang="en-US" altLang="zh-CN" dirty="0"/>
                  <a:t>A)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b="0" i="1" dirty="0" smtClean="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sym typeface="Symbol" panose="05050102010706020507" pitchFamily="18" charset="2"/>
                      </a:rPr>
                      <m:t>¬</m:t>
                    </m:r>
                    <m:r>
                      <a:rPr lang="en-US" altLang="zh-CN" b="0" i="1" dirty="0" smtClean="0">
                        <a:latin typeface="Cambria Math" panose="02040503050406030204"/>
                        <a:ea typeface="宋体" pitchFamily="2" charset="-122"/>
                      </a:rPr>
                      <m:t>𝑝</m:t>
                    </m:r>
                    <m:r>
                      <a:rPr lang="en-US" altLang="zh-CN" b="0" i="1" dirty="0" smtClean="0">
                        <a:latin typeface="Cambria Math" panose="02040503050406030204"/>
                        <a:ea typeface="宋体" pitchFamily="2" charset="-122"/>
                      </a:rPr>
                      <m:t>)∧(¬</m:t>
                    </m:r>
                    <m:r>
                      <a:rPr lang="en-US" altLang="zh-CN" b="0" i="1" dirty="0" smtClean="0">
                        <a:latin typeface="Cambria Math" panose="02040503050406030204"/>
                        <a:ea typeface="宋体" pitchFamily="2" charset="-122"/>
                      </a:rPr>
                      <m:t>𝑞</m:t>
                    </m:r>
                    <m:r>
                      <a:rPr lang="en-US" altLang="zh-CN" b="0" i="1" dirty="0" smtClean="0">
                        <a:latin typeface="Cambria Math" panose="02040503050406030204"/>
                        <a:ea typeface="宋体" pitchFamily="2" charset="-122"/>
                      </a:rPr>
                      <m:t>))⋀(</m:t>
                    </m:r>
                    <m:r>
                      <a:rPr lang="en-US" altLang="zh-CN" b="0" i="1" dirty="0" smtClean="0">
                        <a:latin typeface="Cambria Math" panose="02040503050406030204"/>
                        <a:ea typeface="Cambria Math" panose="02040503050406030204"/>
                      </a:rPr>
                      <m:t>𝑝</m:t>
                    </m:r>
                    <m:r>
                      <a:rPr lang="en-US" altLang="zh-CN" b="0" i="1" dirty="0" smtClean="0">
                        <a:latin typeface="Cambria Math" panose="02040503050406030204"/>
                        <a:ea typeface="Cambria Math" panose="02040503050406030204"/>
                      </a:rPr>
                      <m:t>⋀</m:t>
                    </m:r>
                    <m:r>
                      <a:rPr lang="en-US" altLang="zh-CN" b="0" i="1" dirty="0" smtClean="0">
                        <a:latin typeface="Cambria Math" panose="02040503050406030204"/>
                        <a:ea typeface="Cambria Math" panose="02040503050406030204"/>
                      </a:rPr>
                      <m:t>𝑟</m:t>
                    </m:r>
                    <m:r>
                      <a:rPr lang="en-US" altLang="zh-CN" b="0" i="1" dirty="0" smtClean="0">
                        <a:latin typeface="Cambria Math" panose="02040503050406030204"/>
                        <a:ea typeface="宋体" pitchFamily="2" charset="-122"/>
                        <a:sym typeface="Symbol" panose="05050102010706020507" pitchFamily="18" charset="2"/>
                      </a:rPr>
                      <m:t>)</m:t>
                    </m:r>
                  </m:oMath>
                </a14:m>
                <a:endParaRPr lang="en-US" altLang="zh-CN" dirty="0"/>
              </a:p>
              <a:p>
                <a:r>
                  <a:rPr lang="en-US" altLang="zh-CN" dirty="0"/>
                  <a:t>B)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rPr>
                      <m:t>𝑝</m:t>
                    </m:r>
                    <m:r>
                      <a:rPr lang="en-US" altLang="zh-CN" i="1" dirty="0">
                        <a:latin typeface="Cambria Math" panose="02040503050406030204"/>
                        <a:ea typeface="宋体" pitchFamily="2" charset="-122"/>
                      </a:rPr>
                      <m:t>)∧(¬</m:t>
                    </m:r>
                    <m:r>
                      <a:rPr lang="en-US" altLang="zh-CN" i="1" dirty="0">
                        <a:latin typeface="Cambria Math" panose="02040503050406030204"/>
                        <a:ea typeface="宋体" pitchFamily="2" charset="-122"/>
                      </a:rPr>
                      <m:t>𝑞</m:t>
                    </m:r>
                    <m:r>
                      <a:rPr lang="en-US" altLang="zh-CN" i="1" dirty="0">
                        <a:latin typeface="Cambria Math" panose="02040503050406030204"/>
                        <a:ea typeface="宋体" pitchFamily="2" charset="-122"/>
                      </a:rPr>
                      <m:t>))⋁(</m:t>
                    </m:r>
                    <m:r>
                      <a:rPr lang="en-US" altLang="zh-CN" i="1" dirty="0">
                        <a:latin typeface="Cambria Math" panose="02040503050406030204"/>
                        <a:ea typeface="Cambria Math" panose="02040503050406030204"/>
                      </a:rPr>
                      <m:t>𝑝</m:t>
                    </m:r>
                    <m:r>
                      <a:rPr lang="en-US" altLang="zh-CN" i="1" dirty="0">
                        <a:latin typeface="Cambria Math" panose="02040503050406030204"/>
                        <a:ea typeface="Cambria Math" panose="02040503050406030204"/>
                      </a:rPr>
                      <m:t>⋀</m:t>
                    </m:r>
                    <m:r>
                      <a:rPr lang="en-US" altLang="zh-CN" i="1" dirty="0">
                        <a:latin typeface="Cambria Math" panose="02040503050406030204"/>
                        <a:ea typeface="Cambria Math" panose="02040503050406030204"/>
                      </a:rPr>
                      <m:t>𝑟</m:t>
                    </m:r>
                    <m:r>
                      <a:rPr lang="en-US" altLang="zh-CN" i="1" dirty="0">
                        <a:latin typeface="Cambria Math" panose="02040503050406030204"/>
                        <a:ea typeface="宋体" pitchFamily="2" charset="-122"/>
                        <a:sym typeface="Symbol" panose="05050102010706020507" pitchFamily="18" charset="2"/>
                      </a:rPr>
                      <m:t>)</m:t>
                    </m:r>
                  </m:oMath>
                </a14:m>
                <a:endParaRPr lang="en-US" altLang="zh-CN" dirty="0"/>
              </a:p>
              <a:p>
                <a:r>
                  <a:rPr lang="en-US" altLang="zh-CN" dirty="0"/>
                  <a:t>C)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rPr>
                      <m:t>𝑝</m:t>
                    </m:r>
                    <m:r>
                      <a:rPr lang="en-US" altLang="zh-CN" i="1" dirty="0">
                        <a:latin typeface="Cambria Math" panose="02040503050406030204"/>
                        <a:ea typeface="宋体" pitchFamily="2" charset="-122"/>
                      </a:rPr>
                      <m:t>)⋁(¬</m:t>
                    </m:r>
                    <m:r>
                      <a:rPr lang="en-US" altLang="zh-CN" i="1" dirty="0">
                        <a:latin typeface="Cambria Math" panose="02040503050406030204"/>
                        <a:ea typeface="宋体" pitchFamily="2" charset="-122"/>
                      </a:rPr>
                      <m:t>𝑞</m:t>
                    </m:r>
                    <m:r>
                      <a:rPr lang="en-US" altLang="zh-CN" i="1" dirty="0">
                        <a:latin typeface="Cambria Math" panose="02040503050406030204"/>
                        <a:ea typeface="宋体" pitchFamily="2" charset="-122"/>
                      </a:rPr>
                      <m:t>))⋀(</m:t>
                    </m:r>
                    <m:r>
                      <a:rPr lang="en-US" altLang="zh-CN" i="1" dirty="0">
                        <a:latin typeface="Cambria Math" panose="02040503050406030204"/>
                        <a:ea typeface="Cambria Math" panose="02040503050406030204"/>
                      </a:rPr>
                      <m:t>𝑝</m:t>
                    </m:r>
                    <m:r>
                      <a:rPr lang="en-US" altLang="zh-CN" i="1" dirty="0" smtClean="0">
                        <a:latin typeface="Cambria Math" panose="02040503050406030204"/>
                        <a:ea typeface="Cambria Math" panose="02040503050406030204"/>
                      </a:rPr>
                      <m:t>⋁</m:t>
                    </m:r>
                    <m:r>
                      <a:rPr lang="en-US" altLang="zh-CN" i="1" dirty="0">
                        <a:latin typeface="Cambria Math" panose="02040503050406030204"/>
                        <a:ea typeface="Cambria Math" panose="02040503050406030204"/>
                      </a:rPr>
                      <m:t>𝑟</m:t>
                    </m:r>
                    <m:r>
                      <a:rPr lang="en-US" altLang="zh-CN" i="1" dirty="0">
                        <a:latin typeface="Cambria Math" panose="02040503050406030204"/>
                        <a:ea typeface="宋体" pitchFamily="2" charset="-122"/>
                        <a:sym typeface="Symbol" panose="05050102010706020507" pitchFamily="18" charset="2"/>
                      </a:rPr>
                      <m:t>)</m:t>
                    </m:r>
                  </m:oMath>
                </a14:m>
                <a:endParaRPr lang="en-US" altLang="zh-CN" dirty="0"/>
              </a:p>
              <a:p>
                <a:r>
                  <a:rPr lang="en-US" altLang="zh-CN" dirty="0"/>
                  <a:t>D)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rPr>
                      <m:t>𝑝</m:t>
                    </m:r>
                    <m:r>
                      <a:rPr lang="en-US" altLang="zh-CN" i="1" dirty="0">
                        <a:latin typeface="Cambria Math" panose="02040503050406030204"/>
                        <a:ea typeface="宋体" pitchFamily="2" charset="-122"/>
                      </a:rPr>
                      <m:t>∧</m:t>
                    </m:r>
                    <m:r>
                      <a:rPr lang="en-US" altLang="zh-CN" i="1" dirty="0">
                        <a:latin typeface="Cambria Math" panose="02040503050406030204"/>
                        <a:ea typeface="宋体" pitchFamily="2" charset="-122"/>
                      </a:rPr>
                      <m:t>𝑞</m:t>
                    </m:r>
                    <m:r>
                      <a:rPr lang="en-US" altLang="zh-CN" i="1" dirty="0">
                        <a:latin typeface="Cambria Math" panose="02040503050406030204"/>
                        <a:ea typeface="宋体" pitchFamily="2" charset="-122"/>
                      </a:rPr>
                      <m:t>)⋁((¬</m:t>
                    </m:r>
                    <m:r>
                      <a:rPr lang="en-US" altLang="zh-CN" i="1" dirty="0">
                        <a:latin typeface="Cambria Math" panose="02040503050406030204"/>
                        <a:ea typeface="宋体" pitchFamily="2" charset="-122"/>
                      </a:rPr>
                      <m:t>𝑝</m:t>
                    </m:r>
                    <m:r>
                      <a:rPr lang="en-US" altLang="zh-CN" i="1" dirty="0">
                        <a:latin typeface="Cambria Math" panose="02040503050406030204"/>
                        <a:ea typeface="宋体" pitchFamily="2" charset="-122"/>
                      </a:rPr>
                      <m:t>)∧(¬</m:t>
                    </m:r>
                    <m:r>
                      <a:rPr lang="en-US" altLang="zh-CN" i="1" dirty="0">
                        <a:latin typeface="Cambria Math" panose="02040503050406030204"/>
                        <a:ea typeface="宋体" pitchFamily="2" charset="-122"/>
                      </a:rPr>
                      <m:t>𝑞</m:t>
                    </m:r>
                    <m:r>
                      <a:rPr lang="en-US" altLang="zh-CN" i="1" dirty="0">
                        <a:latin typeface="Cambria Math" panose="02040503050406030204"/>
                        <a:ea typeface="宋体" pitchFamily="2" charset="-122"/>
                      </a:rPr>
                      <m:t>))</m:t>
                    </m:r>
                  </m:oMath>
                </a14:m>
                <a:endParaRPr lang="en-US" altLang="zh-CN" dirty="0"/>
              </a:p>
            </p:txBody>
          </p:sp>
        </mc:Choice>
        <mc:Fallback xmlns="">
          <p:sp>
            <p:nvSpPr>
              <p:cNvPr id="13" name="Rectangle 3"/>
              <p:cNvSpPr txBox="1">
                <a:spLocks noRot="1" noChangeAspect="1" noMove="1" noResize="1" noEditPoints="1" noAdjustHandles="1" noChangeArrowheads="1" noChangeShapeType="1" noTextEdit="1"/>
              </p:cNvSpPr>
              <p:nvPr/>
            </p:nvSpPr>
            <p:spPr bwMode="auto">
              <a:xfrm>
                <a:off x="0" y="1447800"/>
                <a:ext cx="9145588" cy="4725988"/>
              </a:xfrm>
              <a:prstGeom prst="rect">
                <a:avLst/>
              </a:prstGeom>
              <a:blipFill rotWithShape="1">
                <a:blip r:embed="rId3"/>
                <a:stretch>
                  <a:fillRect r="3" b="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4"/>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ACAF76A8-3696-4123-9AD9-FB9D34B46E70}" type="slidenum">
              <a:rPr lang="en-US" altLang="zh-CN" sz="1200">
                <a:effectLst>
                  <a:outerShdw blurRad="38100" dist="38100" dir="2700000" algn="tl">
                    <a:srgbClr val="C0C0C0"/>
                  </a:outerShdw>
                </a:effectLst>
                <a:latin typeface="Verdana" panose="020B0804030504040204" pitchFamily="34" charset="0"/>
              </a:rPr>
              <a:t>50</a:t>
            </a:fld>
            <a:endParaRPr lang="en-US" altLang="zh-CN" sz="1200">
              <a:effectLst>
                <a:outerShdw blurRad="38100" dist="38100" dir="2700000" algn="tl">
                  <a:srgbClr val="C0C0C0"/>
                </a:outerShdw>
              </a:effectLst>
              <a:latin typeface="Verdana" panose="020B0804030504040204" pitchFamily="34" charset="0"/>
            </a:endParaRPr>
          </a:p>
        </p:txBody>
      </p:sp>
      <p:sp>
        <p:nvSpPr>
          <p:cNvPr id="73731" name="Rectangle 2"/>
          <p:cNvSpPr>
            <a:spLocks noGrp="1" noChangeArrowheads="1"/>
          </p:cNvSpPr>
          <p:nvPr>
            <p:ph type="title" idx="4294967295"/>
          </p:nvPr>
        </p:nvSpPr>
        <p:spPr/>
        <p:txBody>
          <a:bodyPr/>
          <a:lstStyle/>
          <a:p>
            <a:pPr eaLnBrk="1" hangingPunct="1"/>
            <a:r>
              <a:rPr lang="en-US" altLang="zh-CN" sz="2800" dirty="0">
                <a:ea typeface="宋体" pitchFamily="2" charset="-122"/>
              </a:rPr>
              <a:t>例 6：逻辑和位操作</a:t>
            </a:r>
          </a:p>
        </p:txBody>
      </p:sp>
      <p:sp>
        <p:nvSpPr>
          <p:cNvPr id="73732" name="Freeform 4"/>
          <p:cNvSpPr>
            <a:spLocks noChangeArrowheads="1"/>
          </p:cNvSpPr>
          <p:nvPr/>
        </p:nvSpPr>
        <p:spPr bwMode="auto">
          <a:xfrm rot="-794495">
            <a:off x="4592638" y="2722563"/>
            <a:ext cx="1150937" cy="3316287"/>
          </a:xfrm>
          <a:custGeom>
            <a:avLst/>
            <a:gdLst>
              <a:gd name="T0" fmla="*/ 0 w 646"/>
              <a:gd name="T1" fmla="*/ 0 h 1861"/>
              <a:gd name="T2" fmla="*/ 2147483646 w 646"/>
              <a:gd name="T3" fmla="*/ 2147483646 h 1861"/>
              <a:gd name="T4" fmla="*/ 2147483646 w 646"/>
              <a:gd name="T5" fmla="*/ 2147483646 h 1861"/>
              <a:gd name="T6" fmla="*/ 2147483646 w 646"/>
              <a:gd name="T7" fmla="*/ 2147483646 h 1861"/>
              <a:gd name="T8" fmla="*/ 2147483646 w 646"/>
              <a:gd name="T9" fmla="*/ 2147483646 h 1861"/>
              <a:gd name="T10" fmla="*/ 2147483646 w 646"/>
              <a:gd name="T11" fmla="*/ 2147483646 h 1861"/>
              <a:gd name="T12" fmla="*/ 2147483646 w 646"/>
              <a:gd name="T13" fmla="*/ 2147483646 h 1861"/>
              <a:gd name="T14" fmla="*/ 2147483646 w 646"/>
              <a:gd name="T15" fmla="*/ 2147483646 h 1861"/>
              <a:gd name="T16" fmla="*/ 2147483646 w 646"/>
              <a:gd name="T17" fmla="*/ 2147483646 h 1861"/>
              <a:gd name="T18" fmla="*/ 2147483646 w 646"/>
              <a:gd name="T19" fmla="*/ 2147483646 h 1861"/>
              <a:gd name="T20" fmla="*/ 2147483646 w 646"/>
              <a:gd name="T21" fmla="*/ 2147483646 h 1861"/>
              <a:gd name="T22" fmla="*/ 2147483646 w 646"/>
              <a:gd name="T23" fmla="*/ 2147483646 h 1861"/>
              <a:gd name="T24" fmla="*/ 2147483646 w 646"/>
              <a:gd name="T25" fmla="*/ 2147483646 h 1861"/>
              <a:gd name="T26" fmla="*/ 2147483646 w 646"/>
              <a:gd name="T27" fmla="*/ 2147483646 h 1861"/>
              <a:gd name="T28" fmla="*/ 2147483646 w 646"/>
              <a:gd name="T29" fmla="*/ 2147483646 h 1861"/>
              <a:gd name="T30" fmla="*/ 2147483646 w 646"/>
              <a:gd name="T31" fmla="*/ 2147483646 h 1861"/>
              <a:gd name="T32" fmla="*/ 2147483646 w 646"/>
              <a:gd name="T33" fmla="*/ 2147483646 h 1861"/>
              <a:gd name="T34" fmla="*/ 2147483646 w 646"/>
              <a:gd name="T35" fmla="*/ 2147483646 h 1861"/>
              <a:gd name="T36" fmla="*/ 2147483646 w 646"/>
              <a:gd name="T37" fmla="*/ 2147483646 h 1861"/>
              <a:gd name="T38" fmla="*/ 2147483646 w 646"/>
              <a:gd name="T39" fmla="*/ 2147483646 h 1861"/>
              <a:gd name="T40" fmla="*/ 2147483646 w 646"/>
              <a:gd name="T41" fmla="*/ 2147483646 h 1861"/>
              <a:gd name="T42" fmla="*/ 2147483646 w 646"/>
              <a:gd name="T43" fmla="*/ 2147483646 h 1861"/>
              <a:gd name="T44" fmla="*/ 2147483646 w 646"/>
              <a:gd name="T45" fmla="*/ 2147483646 h 1861"/>
              <a:gd name="T46" fmla="*/ 2147483646 w 646"/>
              <a:gd name="T47" fmla="*/ 2147483646 h 1861"/>
              <a:gd name="T48" fmla="*/ 2147483646 w 646"/>
              <a:gd name="T49" fmla="*/ 2147483646 h 1861"/>
              <a:gd name="T50" fmla="*/ 2147483646 w 646"/>
              <a:gd name="T51" fmla="*/ 2147483646 h 1861"/>
              <a:gd name="T52" fmla="*/ 2147483646 w 646"/>
              <a:gd name="T53" fmla="*/ 2147483646 h 1861"/>
              <a:gd name="T54" fmla="*/ 2147483646 w 646"/>
              <a:gd name="T55" fmla="*/ 2147483646 h 1861"/>
              <a:gd name="T56" fmla="*/ 2147483646 w 646"/>
              <a:gd name="T57" fmla="*/ 2147483646 h 1861"/>
              <a:gd name="T58" fmla="*/ 2147483646 w 646"/>
              <a:gd name="T59" fmla="*/ 2147483646 h 1861"/>
              <a:gd name="T60" fmla="*/ 2147483646 w 646"/>
              <a:gd name="T61" fmla="*/ 2147483646 h 1861"/>
              <a:gd name="T62" fmla="*/ 2147483646 w 646"/>
              <a:gd name="T63" fmla="*/ 2147483646 h 1861"/>
              <a:gd name="T64" fmla="*/ 2147483646 w 646"/>
              <a:gd name="T65" fmla="*/ 2147483646 h 1861"/>
              <a:gd name="T66" fmla="*/ 2147483646 w 646"/>
              <a:gd name="T67" fmla="*/ 2147483646 h 1861"/>
              <a:gd name="T68" fmla="*/ 2147483646 w 646"/>
              <a:gd name="T69" fmla="*/ 2147483646 h 1861"/>
              <a:gd name="T70" fmla="*/ 2147483646 w 646"/>
              <a:gd name="T71" fmla="*/ 2147483646 h 1861"/>
              <a:gd name="T72" fmla="*/ 2147483646 w 646"/>
              <a:gd name="T73" fmla="*/ 2147483646 h 1861"/>
              <a:gd name="T74" fmla="*/ 2147483646 w 646"/>
              <a:gd name="T75" fmla="*/ 2147483646 h 1861"/>
              <a:gd name="T76" fmla="*/ 0 w 646"/>
              <a:gd name="T77" fmla="*/ 2147483646 h 1861"/>
              <a:gd name="T78" fmla="*/ 0 w 646"/>
              <a:gd name="T79" fmla="*/ 0 h 18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6" h="1861">
                <a:moveTo>
                  <a:pt x="0" y="0"/>
                </a:moveTo>
                <a:lnTo>
                  <a:pt x="48" y="14"/>
                </a:lnTo>
                <a:lnTo>
                  <a:pt x="98" y="32"/>
                </a:lnTo>
                <a:lnTo>
                  <a:pt x="147" y="54"/>
                </a:lnTo>
                <a:lnTo>
                  <a:pt x="195" y="81"/>
                </a:lnTo>
                <a:lnTo>
                  <a:pt x="242" y="111"/>
                </a:lnTo>
                <a:lnTo>
                  <a:pt x="288" y="147"/>
                </a:lnTo>
                <a:lnTo>
                  <a:pt x="333" y="185"/>
                </a:lnTo>
                <a:lnTo>
                  <a:pt x="377" y="228"/>
                </a:lnTo>
                <a:lnTo>
                  <a:pt x="418" y="275"/>
                </a:lnTo>
                <a:lnTo>
                  <a:pt x="457" y="325"/>
                </a:lnTo>
                <a:lnTo>
                  <a:pt x="493" y="379"/>
                </a:lnTo>
                <a:lnTo>
                  <a:pt x="526" y="437"/>
                </a:lnTo>
                <a:lnTo>
                  <a:pt x="555" y="497"/>
                </a:lnTo>
                <a:lnTo>
                  <a:pt x="582" y="562"/>
                </a:lnTo>
                <a:lnTo>
                  <a:pt x="604" y="630"/>
                </a:lnTo>
                <a:lnTo>
                  <a:pt x="621" y="700"/>
                </a:lnTo>
                <a:lnTo>
                  <a:pt x="634" y="774"/>
                </a:lnTo>
                <a:lnTo>
                  <a:pt x="642" y="851"/>
                </a:lnTo>
                <a:lnTo>
                  <a:pt x="646" y="930"/>
                </a:lnTo>
                <a:lnTo>
                  <a:pt x="643" y="1011"/>
                </a:lnTo>
                <a:lnTo>
                  <a:pt x="636" y="1086"/>
                </a:lnTo>
                <a:lnTo>
                  <a:pt x="623" y="1160"/>
                </a:lnTo>
                <a:lnTo>
                  <a:pt x="607" y="1230"/>
                </a:lnTo>
                <a:lnTo>
                  <a:pt x="585" y="1297"/>
                </a:lnTo>
                <a:lnTo>
                  <a:pt x="561" y="1361"/>
                </a:lnTo>
                <a:lnTo>
                  <a:pt x="533" y="1421"/>
                </a:lnTo>
                <a:lnTo>
                  <a:pt x="500" y="1478"/>
                </a:lnTo>
                <a:lnTo>
                  <a:pt x="466" y="1532"/>
                </a:lnTo>
                <a:lnTo>
                  <a:pt x="428" y="1582"/>
                </a:lnTo>
                <a:lnTo>
                  <a:pt x="388" y="1627"/>
                </a:lnTo>
                <a:lnTo>
                  <a:pt x="345" y="1670"/>
                </a:lnTo>
                <a:lnTo>
                  <a:pt x="301" y="1709"/>
                </a:lnTo>
                <a:lnTo>
                  <a:pt x="254" y="1744"/>
                </a:lnTo>
                <a:lnTo>
                  <a:pt x="205" y="1776"/>
                </a:lnTo>
                <a:lnTo>
                  <a:pt x="156" y="1803"/>
                </a:lnTo>
                <a:lnTo>
                  <a:pt x="104" y="1826"/>
                </a:lnTo>
                <a:lnTo>
                  <a:pt x="53" y="1846"/>
                </a:lnTo>
                <a:lnTo>
                  <a:pt x="0" y="1861"/>
                </a:lnTo>
                <a:lnTo>
                  <a:pt x="0" y="0"/>
                </a:lnTo>
              </a:path>
            </a:pathLst>
          </a:custGeom>
          <a:gradFill rotWithShape="1">
            <a:gsLst>
              <a:gs pos="0">
                <a:srgbClr val="FFFFFF"/>
              </a:gs>
              <a:gs pos="100000">
                <a:srgbClr val="447EC4"/>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733" name="Freeform 5"/>
          <p:cNvSpPr>
            <a:spLocks noChangeArrowheads="1"/>
          </p:cNvSpPr>
          <p:nvPr/>
        </p:nvSpPr>
        <p:spPr bwMode="auto">
          <a:xfrm rot="5461794">
            <a:off x="2798763" y="2274888"/>
            <a:ext cx="1150937" cy="3316287"/>
          </a:xfrm>
          <a:custGeom>
            <a:avLst/>
            <a:gdLst>
              <a:gd name="T0" fmla="*/ 0 w 646"/>
              <a:gd name="T1" fmla="*/ 0 h 1861"/>
              <a:gd name="T2" fmla="*/ 2147483646 w 646"/>
              <a:gd name="T3" fmla="*/ 2147483646 h 1861"/>
              <a:gd name="T4" fmla="*/ 2147483646 w 646"/>
              <a:gd name="T5" fmla="*/ 2147483646 h 1861"/>
              <a:gd name="T6" fmla="*/ 2147483646 w 646"/>
              <a:gd name="T7" fmla="*/ 2147483646 h 1861"/>
              <a:gd name="T8" fmla="*/ 2147483646 w 646"/>
              <a:gd name="T9" fmla="*/ 2147483646 h 1861"/>
              <a:gd name="T10" fmla="*/ 2147483646 w 646"/>
              <a:gd name="T11" fmla="*/ 2147483646 h 1861"/>
              <a:gd name="T12" fmla="*/ 2147483646 w 646"/>
              <a:gd name="T13" fmla="*/ 2147483646 h 1861"/>
              <a:gd name="T14" fmla="*/ 2147483646 w 646"/>
              <a:gd name="T15" fmla="*/ 2147483646 h 1861"/>
              <a:gd name="T16" fmla="*/ 2147483646 w 646"/>
              <a:gd name="T17" fmla="*/ 2147483646 h 1861"/>
              <a:gd name="T18" fmla="*/ 2147483646 w 646"/>
              <a:gd name="T19" fmla="*/ 2147483646 h 1861"/>
              <a:gd name="T20" fmla="*/ 2147483646 w 646"/>
              <a:gd name="T21" fmla="*/ 2147483646 h 1861"/>
              <a:gd name="T22" fmla="*/ 2147483646 w 646"/>
              <a:gd name="T23" fmla="*/ 2147483646 h 1861"/>
              <a:gd name="T24" fmla="*/ 2147483646 w 646"/>
              <a:gd name="T25" fmla="*/ 2147483646 h 1861"/>
              <a:gd name="T26" fmla="*/ 2147483646 w 646"/>
              <a:gd name="T27" fmla="*/ 2147483646 h 1861"/>
              <a:gd name="T28" fmla="*/ 2147483646 w 646"/>
              <a:gd name="T29" fmla="*/ 2147483646 h 1861"/>
              <a:gd name="T30" fmla="*/ 2147483646 w 646"/>
              <a:gd name="T31" fmla="*/ 2147483646 h 1861"/>
              <a:gd name="T32" fmla="*/ 2147483646 w 646"/>
              <a:gd name="T33" fmla="*/ 2147483646 h 1861"/>
              <a:gd name="T34" fmla="*/ 2147483646 w 646"/>
              <a:gd name="T35" fmla="*/ 2147483646 h 1861"/>
              <a:gd name="T36" fmla="*/ 2147483646 w 646"/>
              <a:gd name="T37" fmla="*/ 2147483646 h 1861"/>
              <a:gd name="T38" fmla="*/ 2147483646 w 646"/>
              <a:gd name="T39" fmla="*/ 2147483646 h 1861"/>
              <a:gd name="T40" fmla="*/ 2147483646 w 646"/>
              <a:gd name="T41" fmla="*/ 2147483646 h 1861"/>
              <a:gd name="T42" fmla="*/ 2147483646 w 646"/>
              <a:gd name="T43" fmla="*/ 2147483646 h 1861"/>
              <a:gd name="T44" fmla="*/ 2147483646 w 646"/>
              <a:gd name="T45" fmla="*/ 2147483646 h 1861"/>
              <a:gd name="T46" fmla="*/ 2147483646 w 646"/>
              <a:gd name="T47" fmla="*/ 2147483646 h 1861"/>
              <a:gd name="T48" fmla="*/ 2147483646 w 646"/>
              <a:gd name="T49" fmla="*/ 2147483646 h 1861"/>
              <a:gd name="T50" fmla="*/ 2147483646 w 646"/>
              <a:gd name="T51" fmla="*/ 2147483646 h 1861"/>
              <a:gd name="T52" fmla="*/ 2147483646 w 646"/>
              <a:gd name="T53" fmla="*/ 2147483646 h 1861"/>
              <a:gd name="T54" fmla="*/ 2147483646 w 646"/>
              <a:gd name="T55" fmla="*/ 2147483646 h 1861"/>
              <a:gd name="T56" fmla="*/ 2147483646 w 646"/>
              <a:gd name="T57" fmla="*/ 2147483646 h 1861"/>
              <a:gd name="T58" fmla="*/ 2147483646 w 646"/>
              <a:gd name="T59" fmla="*/ 2147483646 h 1861"/>
              <a:gd name="T60" fmla="*/ 2147483646 w 646"/>
              <a:gd name="T61" fmla="*/ 2147483646 h 1861"/>
              <a:gd name="T62" fmla="*/ 2147483646 w 646"/>
              <a:gd name="T63" fmla="*/ 2147483646 h 1861"/>
              <a:gd name="T64" fmla="*/ 2147483646 w 646"/>
              <a:gd name="T65" fmla="*/ 2147483646 h 1861"/>
              <a:gd name="T66" fmla="*/ 2147483646 w 646"/>
              <a:gd name="T67" fmla="*/ 2147483646 h 1861"/>
              <a:gd name="T68" fmla="*/ 2147483646 w 646"/>
              <a:gd name="T69" fmla="*/ 2147483646 h 1861"/>
              <a:gd name="T70" fmla="*/ 2147483646 w 646"/>
              <a:gd name="T71" fmla="*/ 2147483646 h 1861"/>
              <a:gd name="T72" fmla="*/ 2147483646 w 646"/>
              <a:gd name="T73" fmla="*/ 2147483646 h 1861"/>
              <a:gd name="T74" fmla="*/ 2147483646 w 646"/>
              <a:gd name="T75" fmla="*/ 2147483646 h 1861"/>
              <a:gd name="T76" fmla="*/ 0 w 646"/>
              <a:gd name="T77" fmla="*/ 2147483646 h 1861"/>
              <a:gd name="T78" fmla="*/ 0 w 646"/>
              <a:gd name="T79" fmla="*/ 0 h 18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6" h="1861">
                <a:moveTo>
                  <a:pt x="0" y="0"/>
                </a:moveTo>
                <a:lnTo>
                  <a:pt x="48" y="14"/>
                </a:lnTo>
                <a:lnTo>
                  <a:pt x="98" y="32"/>
                </a:lnTo>
                <a:lnTo>
                  <a:pt x="147" y="54"/>
                </a:lnTo>
                <a:lnTo>
                  <a:pt x="195" y="81"/>
                </a:lnTo>
                <a:lnTo>
                  <a:pt x="242" y="111"/>
                </a:lnTo>
                <a:lnTo>
                  <a:pt x="288" y="147"/>
                </a:lnTo>
                <a:lnTo>
                  <a:pt x="333" y="185"/>
                </a:lnTo>
                <a:lnTo>
                  <a:pt x="377" y="228"/>
                </a:lnTo>
                <a:lnTo>
                  <a:pt x="418" y="275"/>
                </a:lnTo>
                <a:lnTo>
                  <a:pt x="457" y="325"/>
                </a:lnTo>
                <a:lnTo>
                  <a:pt x="493" y="379"/>
                </a:lnTo>
                <a:lnTo>
                  <a:pt x="526" y="437"/>
                </a:lnTo>
                <a:lnTo>
                  <a:pt x="555" y="497"/>
                </a:lnTo>
                <a:lnTo>
                  <a:pt x="582" y="562"/>
                </a:lnTo>
                <a:lnTo>
                  <a:pt x="604" y="630"/>
                </a:lnTo>
                <a:lnTo>
                  <a:pt x="621" y="700"/>
                </a:lnTo>
                <a:lnTo>
                  <a:pt x="634" y="774"/>
                </a:lnTo>
                <a:lnTo>
                  <a:pt x="642" y="851"/>
                </a:lnTo>
                <a:lnTo>
                  <a:pt x="646" y="930"/>
                </a:lnTo>
                <a:lnTo>
                  <a:pt x="643" y="1011"/>
                </a:lnTo>
                <a:lnTo>
                  <a:pt x="636" y="1086"/>
                </a:lnTo>
                <a:lnTo>
                  <a:pt x="623" y="1160"/>
                </a:lnTo>
                <a:lnTo>
                  <a:pt x="607" y="1230"/>
                </a:lnTo>
                <a:lnTo>
                  <a:pt x="585" y="1297"/>
                </a:lnTo>
                <a:lnTo>
                  <a:pt x="561" y="1361"/>
                </a:lnTo>
                <a:lnTo>
                  <a:pt x="533" y="1421"/>
                </a:lnTo>
                <a:lnTo>
                  <a:pt x="500" y="1478"/>
                </a:lnTo>
                <a:lnTo>
                  <a:pt x="466" y="1532"/>
                </a:lnTo>
                <a:lnTo>
                  <a:pt x="428" y="1582"/>
                </a:lnTo>
                <a:lnTo>
                  <a:pt x="388" y="1627"/>
                </a:lnTo>
                <a:lnTo>
                  <a:pt x="345" y="1670"/>
                </a:lnTo>
                <a:lnTo>
                  <a:pt x="301" y="1709"/>
                </a:lnTo>
                <a:lnTo>
                  <a:pt x="254" y="1744"/>
                </a:lnTo>
                <a:lnTo>
                  <a:pt x="205" y="1776"/>
                </a:lnTo>
                <a:lnTo>
                  <a:pt x="156" y="1803"/>
                </a:lnTo>
                <a:lnTo>
                  <a:pt x="104" y="1826"/>
                </a:lnTo>
                <a:lnTo>
                  <a:pt x="53" y="1846"/>
                </a:lnTo>
                <a:lnTo>
                  <a:pt x="0" y="1861"/>
                </a:lnTo>
                <a:lnTo>
                  <a:pt x="0" y="0"/>
                </a:lnTo>
              </a:path>
            </a:pathLst>
          </a:custGeom>
          <a:gradFill rotWithShape="1">
            <a:gsLst>
              <a:gs pos="0">
                <a:srgbClr val="FFFFFF"/>
              </a:gs>
              <a:gs pos="100000">
                <a:srgbClr val="2A684C"/>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734" name="Freeform 6"/>
          <p:cNvSpPr>
            <a:spLocks noChangeArrowheads="1"/>
          </p:cNvSpPr>
          <p:nvPr/>
        </p:nvSpPr>
        <p:spPr bwMode="auto">
          <a:xfrm rot="-7471624">
            <a:off x="4646613" y="744538"/>
            <a:ext cx="1152525" cy="3317875"/>
          </a:xfrm>
          <a:custGeom>
            <a:avLst/>
            <a:gdLst>
              <a:gd name="T0" fmla="*/ 0 w 646"/>
              <a:gd name="T1" fmla="*/ 0 h 1861"/>
              <a:gd name="T2" fmla="*/ 2147483646 w 646"/>
              <a:gd name="T3" fmla="*/ 2147483646 h 1861"/>
              <a:gd name="T4" fmla="*/ 2147483646 w 646"/>
              <a:gd name="T5" fmla="*/ 2147483646 h 1861"/>
              <a:gd name="T6" fmla="*/ 2147483646 w 646"/>
              <a:gd name="T7" fmla="*/ 2147483646 h 1861"/>
              <a:gd name="T8" fmla="*/ 2147483646 w 646"/>
              <a:gd name="T9" fmla="*/ 2147483646 h 1861"/>
              <a:gd name="T10" fmla="*/ 2147483646 w 646"/>
              <a:gd name="T11" fmla="*/ 2147483646 h 1861"/>
              <a:gd name="T12" fmla="*/ 2147483646 w 646"/>
              <a:gd name="T13" fmla="*/ 2147483646 h 1861"/>
              <a:gd name="T14" fmla="*/ 2147483646 w 646"/>
              <a:gd name="T15" fmla="*/ 2147483646 h 1861"/>
              <a:gd name="T16" fmla="*/ 2147483646 w 646"/>
              <a:gd name="T17" fmla="*/ 2147483646 h 1861"/>
              <a:gd name="T18" fmla="*/ 2147483646 w 646"/>
              <a:gd name="T19" fmla="*/ 2147483646 h 1861"/>
              <a:gd name="T20" fmla="*/ 2147483646 w 646"/>
              <a:gd name="T21" fmla="*/ 2147483646 h 1861"/>
              <a:gd name="T22" fmla="*/ 2147483646 w 646"/>
              <a:gd name="T23" fmla="*/ 2147483646 h 1861"/>
              <a:gd name="T24" fmla="*/ 2147483646 w 646"/>
              <a:gd name="T25" fmla="*/ 2147483646 h 1861"/>
              <a:gd name="T26" fmla="*/ 2147483646 w 646"/>
              <a:gd name="T27" fmla="*/ 2147483646 h 1861"/>
              <a:gd name="T28" fmla="*/ 2147483646 w 646"/>
              <a:gd name="T29" fmla="*/ 2147483646 h 1861"/>
              <a:gd name="T30" fmla="*/ 2147483646 w 646"/>
              <a:gd name="T31" fmla="*/ 2147483646 h 1861"/>
              <a:gd name="T32" fmla="*/ 2147483646 w 646"/>
              <a:gd name="T33" fmla="*/ 2147483646 h 1861"/>
              <a:gd name="T34" fmla="*/ 2147483646 w 646"/>
              <a:gd name="T35" fmla="*/ 2147483646 h 1861"/>
              <a:gd name="T36" fmla="*/ 2147483646 w 646"/>
              <a:gd name="T37" fmla="*/ 2147483646 h 1861"/>
              <a:gd name="T38" fmla="*/ 2147483646 w 646"/>
              <a:gd name="T39" fmla="*/ 2147483646 h 1861"/>
              <a:gd name="T40" fmla="*/ 2147483646 w 646"/>
              <a:gd name="T41" fmla="*/ 2147483646 h 1861"/>
              <a:gd name="T42" fmla="*/ 2147483646 w 646"/>
              <a:gd name="T43" fmla="*/ 2147483646 h 1861"/>
              <a:gd name="T44" fmla="*/ 2147483646 w 646"/>
              <a:gd name="T45" fmla="*/ 2147483646 h 1861"/>
              <a:gd name="T46" fmla="*/ 2147483646 w 646"/>
              <a:gd name="T47" fmla="*/ 2147483646 h 1861"/>
              <a:gd name="T48" fmla="*/ 2147483646 w 646"/>
              <a:gd name="T49" fmla="*/ 2147483646 h 1861"/>
              <a:gd name="T50" fmla="*/ 2147483646 w 646"/>
              <a:gd name="T51" fmla="*/ 2147483646 h 1861"/>
              <a:gd name="T52" fmla="*/ 2147483646 w 646"/>
              <a:gd name="T53" fmla="*/ 2147483646 h 1861"/>
              <a:gd name="T54" fmla="*/ 2147483646 w 646"/>
              <a:gd name="T55" fmla="*/ 2147483646 h 1861"/>
              <a:gd name="T56" fmla="*/ 2147483646 w 646"/>
              <a:gd name="T57" fmla="*/ 2147483646 h 1861"/>
              <a:gd name="T58" fmla="*/ 2147483646 w 646"/>
              <a:gd name="T59" fmla="*/ 2147483646 h 1861"/>
              <a:gd name="T60" fmla="*/ 2147483646 w 646"/>
              <a:gd name="T61" fmla="*/ 2147483646 h 1861"/>
              <a:gd name="T62" fmla="*/ 2147483646 w 646"/>
              <a:gd name="T63" fmla="*/ 2147483646 h 1861"/>
              <a:gd name="T64" fmla="*/ 2147483646 w 646"/>
              <a:gd name="T65" fmla="*/ 2147483646 h 1861"/>
              <a:gd name="T66" fmla="*/ 2147483646 w 646"/>
              <a:gd name="T67" fmla="*/ 2147483646 h 1861"/>
              <a:gd name="T68" fmla="*/ 2147483646 w 646"/>
              <a:gd name="T69" fmla="*/ 2147483646 h 1861"/>
              <a:gd name="T70" fmla="*/ 2147483646 w 646"/>
              <a:gd name="T71" fmla="*/ 2147483646 h 1861"/>
              <a:gd name="T72" fmla="*/ 2147483646 w 646"/>
              <a:gd name="T73" fmla="*/ 2147483646 h 1861"/>
              <a:gd name="T74" fmla="*/ 2147483646 w 646"/>
              <a:gd name="T75" fmla="*/ 2147483646 h 1861"/>
              <a:gd name="T76" fmla="*/ 0 w 646"/>
              <a:gd name="T77" fmla="*/ 2147483646 h 1861"/>
              <a:gd name="T78" fmla="*/ 0 w 646"/>
              <a:gd name="T79" fmla="*/ 0 h 18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6" h="1861">
                <a:moveTo>
                  <a:pt x="0" y="0"/>
                </a:moveTo>
                <a:lnTo>
                  <a:pt x="48" y="14"/>
                </a:lnTo>
                <a:lnTo>
                  <a:pt x="98" y="32"/>
                </a:lnTo>
                <a:lnTo>
                  <a:pt x="147" y="54"/>
                </a:lnTo>
                <a:lnTo>
                  <a:pt x="195" y="81"/>
                </a:lnTo>
                <a:lnTo>
                  <a:pt x="242" y="111"/>
                </a:lnTo>
                <a:lnTo>
                  <a:pt x="288" y="147"/>
                </a:lnTo>
                <a:lnTo>
                  <a:pt x="333" y="185"/>
                </a:lnTo>
                <a:lnTo>
                  <a:pt x="377" y="228"/>
                </a:lnTo>
                <a:lnTo>
                  <a:pt x="418" y="275"/>
                </a:lnTo>
                <a:lnTo>
                  <a:pt x="457" y="325"/>
                </a:lnTo>
                <a:lnTo>
                  <a:pt x="493" y="379"/>
                </a:lnTo>
                <a:lnTo>
                  <a:pt x="526" y="437"/>
                </a:lnTo>
                <a:lnTo>
                  <a:pt x="555" y="497"/>
                </a:lnTo>
                <a:lnTo>
                  <a:pt x="582" y="562"/>
                </a:lnTo>
                <a:lnTo>
                  <a:pt x="604" y="630"/>
                </a:lnTo>
                <a:lnTo>
                  <a:pt x="621" y="700"/>
                </a:lnTo>
                <a:lnTo>
                  <a:pt x="634" y="774"/>
                </a:lnTo>
                <a:lnTo>
                  <a:pt x="642" y="851"/>
                </a:lnTo>
                <a:lnTo>
                  <a:pt x="646" y="930"/>
                </a:lnTo>
                <a:lnTo>
                  <a:pt x="643" y="1011"/>
                </a:lnTo>
                <a:lnTo>
                  <a:pt x="636" y="1086"/>
                </a:lnTo>
                <a:lnTo>
                  <a:pt x="623" y="1160"/>
                </a:lnTo>
                <a:lnTo>
                  <a:pt x="607" y="1230"/>
                </a:lnTo>
                <a:lnTo>
                  <a:pt x="585" y="1297"/>
                </a:lnTo>
                <a:lnTo>
                  <a:pt x="561" y="1361"/>
                </a:lnTo>
                <a:lnTo>
                  <a:pt x="533" y="1421"/>
                </a:lnTo>
                <a:lnTo>
                  <a:pt x="500" y="1478"/>
                </a:lnTo>
                <a:lnTo>
                  <a:pt x="466" y="1532"/>
                </a:lnTo>
                <a:lnTo>
                  <a:pt x="428" y="1582"/>
                </a:lnTo>
                <a:lnTo>
                  <a:pt x="388" y="1627"/>
                </a:lnTo>
                <a:lnTo>
                  <a:pt x="345" y="1670"/>
                </a:lnTo>
                <a:lnTo>
                  <a:pt x="301" y="1709"/>
                </a:lnTo>
                <a:lnTo>
                  <a:pt x="254" y="1744"/>
                </a:lnTo>
                <a:lnTo>
                  <a:pt x="205" y="1776"/>
                </a:lnTo>
                <a:lnTo>
                  <a:pt x="156" y="1803"/>
                </a:lnTo>
                <a:lnTo>
                  <a:pt x="104" y="1826"/>
                </a:lnTo>
                <a:lnTo>
                  <a:pt x="53" y="1846"/>
                </a:lnTo>
                <a:lnTo>
                  <a:pt x="0" y="1861"/>
                </a:lnTo>
                <a:lnTo>
                  <a:pt x="0" y="0"/>
                </a:lnTo>
              </a:path>
            </a:pathLst>
          </a:custGeom>
          <a:gradFill rotWithShape="1">
            <a:gsLst>
              <a:gs pos="0">
                <a:srgbClr val="FFFFFF"/>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3735" name="Group 7"/>
          <p:cNvGrpSpPr/>
          <p:nvPr/>
        </p:nvGrpSpPr>
        <p:grpSpPr bwMode="auto">
          <a:xfrm>
            <a:off x="1716088" y="2057400"/>
            <a:ext cx="5294312" cy="4081463"/>
            <a:chOff x="0" y="0"/>
            <a:chExt cx="3984" cy="3072"/>
          </a:xfrm>
        </p:grpSpPr>
        <p:sp>
          <p:nvSpPr>
            <p:cNvPr id="73747" name="Freeform 8"/>
            <p:cNvSpPr>
              <a:spLocks noChangeArrowheads="1"/>
            </p:cNvSpPr>
            <p:nvPr/>
          </p:nvSpPr>
          <p:spPr bwMode="auto">
            <a:xfrm>
              <a:off x="2016" y="576"/>
              <a:ext cx="866" cy="2496"/>
            </a:xfrm>
            <a:custGeom>
              <a:avLst/>
              <a:gdLst>
                <a:gd name="T0" fmla="*/ 0 w 646"/>
                <a:gd name="T1" fmla="*/ 0 h 1861"/>
                <a:gd name="T2" fmla="*/ 891 w 646"/>
                <a:gd name="T3" fmla="*/ 268 h 1861"/>
                <a:gd name="T4" fmla="*/ 1833 w 646"/>
                <a:gd name="T5" fmla="*/ 610 h 1861"/>
                <a:gd name="T6" fmla="*/ 2759 w 646"/>
                <a:gd name="T7" fmla="*/ 1013 h 1861"/>
                <a:gd name="T8" fmla="*/ 3650 w 646"/>
                <a:gd name="T9" fmla="*/ 1529 h 1861"/>
                <a:gd name="T10" fmla="*/ 4527 w 646"/>
                <a:gd name="T11" fmla="*/ 2087 h 1861"/>
                <a:gd name="T12" fmla="*/ 5389 w 646"/>
                <a:gd name="T13" fmla="*/ 2763 h 1861"/>
                <a:gd name="T14" fmla="*/ 6239 w 646"/>
                <a:gd name="T15" fmla="*/ 3495 h 1861"/>
                <a:gd name="T16" fmla="*/ 7059 w 646"/>
                <a:gd name="T17" fmla="*/ 4297 h 1861"/>
                <a:gd name="T18" fmla="*/ 7833 w 646"/>
                <a:gd name="T19" fmla="*/ 5188 h 1861"/>
                <a:gd name="T20" fmla="*/ 8572 w 646"/>
                <a:gd name="T21" fmla="*/ 6129 h 1861"/>
                <a:gd name="T22" fmla="*/ 9246 w 646"/>
                <a:gd name="T23" fmla="*/ 7133 h 1861"/>
                <a:gd name="T24" fmla="*/ 9853 w 646"/>
                <a:gd name="T25" fmla="*/ 8230 h 1861"/>
                <a:gd name="T26" fmla="*/ 10400 w 646"/>
                <a:gd name="T27" fmla="*/ 9363 h 1861"/>
                <a:gd name="T28" fmla="*/ 10907 w 646"/>
                <a:gd name="T29" fmla="*/ 10592 h 1861"/>
                <a:gd name="T30" fmla="*/ 11330 w 646"/>
                <a:gd name="T31" fmla="*/ 11871 h 1861"/>
                <a:gd name="T32" fmla="*/ 11629 w 646"/>
                <a:gd name="T33" fmla="*/ 13185 h 1861"/>
                <a:gd name="T34" fmla="*/ 11879 w 646"/>
                <a:gd name="T35" fmla="*/ 14575 h 1861"/>
                <a:gd name="T36" fmla="*/ 12036 w 646"/>
                <a:gd name="T37" fmla="*/ 16017 h 1861"/>
                <a:gd name="T38" fmla="*/ 12104 w 646"/>
                <a:gd name="T39" fmla="*/ 17507 h 1861"/>
                <a:gd name="T40" fmla="*/ 12062 w 646"/>
                <a:gd name="T41" fmla="*/ 19053 h 1861"/>
                <a:gd name="T42" fmla="*/ 11922 w 646"/>
                <a:gd name="T43" fmla="*/ 20456 h 1861"/>
                <a:gd name="T44" fmla="*/ 11672 w 646"/>
                <a:gd name="T45" fmla="*/ 21851 h 1861"/>
                <a:gd name="T46" fmla="*/ 11381 w 646"/>
                <a:gd name="T47" fmla="*/ 23171 h 1861"/>
                <a:gd name="T48" fmla="*/ 10962 w 646"/>
                <a:gd name="T49" fmla="*/ 24436 h 1861"/>
                <a:gd name="T50" fmla="*/ 10513 w 646"/>
                <a:gd name="T51" fmla="*/ 25627 h 1861"/>
                <a:gd name="T52" fmla="*/ 9988 w 646"/>
                <a:gd name="T53" fmla="*/ 26764 h 1861"/>
                <a:gd name="T54" fmla="*/ 9368 w 646"/>
                <a:gd name="T55" fmla="*/ 27829 h 1861"/>
                <a:gd name="T56" fmla="*/ 8735 w 646"/>
                <a:gd name="T57" fmla="*/ 28850 h 1861"/>
                <a:gd name="T58" fmla="*/ 8022 w 646"/>
                <a:gd name="T59" fmla="*/ 29798 h 1861"/>
                <a:gd name="T60" fmla="*/ 7264 w 646"/>
                <a:gd name="T61" fmla="*/ 30652 h 1861"/>
                <a:gd name="T62" fmla="*/ 6459 w 646"/>
                <a:gd name="T63" fmla="*/ 31457 h 1861"/>
                <a:gd name="T64" fmla="*/ 5658 w 646"/>
                <a:gd name="T65" fmla="*/ 32189 h 1861"/>
                <a:gd name="T66" fmla="*/ 4770 w 646"/>
                <a:gd name="T67" fmla="*/ 32842 h 1861"/>
                <a:gd name="T68" fmla="*/ 3853 w 646"/>
                <a:gd name="T69" fmla="*/ 33451 h 1861"/>
                <a:gd name="T70" fmla="*/ 2920 w 646"/>
                <a:gd name="T71" fmla="*/ 33961 h 1861"/>
                <a:gd name="T72" fmla="*/ 1941 w 646"/>
                <a:gd name="T73" fmla="*/ 34394 h 1861"/>
                <a:gd name="T74" fmla="*/ 988 w 646"/>
                <a:gd name="T75" fmla="*/ 34774 h 1861"/>
                <a:gd name="T76" fmla="*/ 0 w 646"/>
                <a:gd name="T77" fmla="*/ 35054 h 1861"/>
                <a:gd name="T78" fmla="*/ 0 w 646"/>
                <a:gd name="T79" fmla="*/ 0 h 18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6" h="1861">
                  <a:moveTo>
                    <a:pt x="0" y="0"/>
                  </a:moveTo>
                  <a:lnTo>
                    <a:pt x="48" y="14"/>
                  </a:lnTo>
                  <a:lnTo>
                    <a:pt x="98" y="32"/>
                  </a:lnTo>
                  <a:lnTo>
                    <a:pt x="147" y="54"/>
                  </a:lnTo>
                  <a:lnTo>
                    <a:pt x="195" y="81"/>
                  </a:lnTo>
                  <a:lnTo>
                    <a:pt x="242" y="111"/>
                  </a:lnTo>
                  <a:lnTo>
                    <a:pt x="288" y="147"/>
                  </a:lnTo>
                  <a:lnTo>
                    <a:pt x="333" y="185"/>
                  </a:lnTo>
                  <a:lnTo>
                    <a:pt x="377" y="228"/>
                  </a:lnTo>
                  <a:lnTo>
                    <a:pt x="418" y="275"/>
                  </a:lnTo>
                  <a:lnTo>
                    <a:pt x="457" y="325"/>
                  </a:lnTo>
                  <a:lnTo>
                    <a:pt x="493" y="379"/>
                  </a:lnTo>
                  <a:lnTo>
                    <a:pt x="526" y="437"/>
                  </a:lnTo>
                  <a:lnTo>
                    <a:pt x="555" y="497"/>
                  </a:lnTo>
                  <a:lnTo>
                    <a:pt x="582" y="562"/>
                  </a:lnTo>
                  <a:lnTo>
                    <a:pt x="604" y="630"/>
                  </a:lnTo>
                  <a:lnTo>
                    <a:pt x="621" y="700"/>
                  </a:lnTo>
                  <a:lnTo>
                    <a:pt x="634" y="774"/>
                  </a:lnTo>
                  <a:lnTo>
                    <a:pt x="642" y="851"/>
                  </a:lnTo>
                  <a:lnTo>
                    <a:pt x="646" y="930"/>
                  </a:lnTo>
                  <a:lnTo>
                    <a:pt x="643" y="1011"/>
                  </a:lnTo>
                  <a:lnTo>
                    <a:pt x="636" y="1086"/>
                  </a:lnTo>
                  <a:lnTo>
                    <a:pt x="623" y="1160"/>
                  </a:lnTo>
                  <a:lnTo>
                    <a:pt x="607" y="1230"/>
                  </a:lnTo>
                  <a:lnTo>
                    <a:pt x="585" y="1297"/>
                  </a:lnTo>
                  <a:lnTo>
                    <a:pt x="561" y="1361"/>
                  </a:lnTo>
                  <a:lnTo>
                    <a:pt x="533" y="1421"/>
                  </a:lnTo>
                  <a:lnTo>
                    <a:pt x="500" y="1478"/>
                  </a:lnTo>
                  <a:lnTo>
                    <a:pt x="466" y="1532"/>
                  </a:lnTo>
                  <a:lnTo>
                    <a:pt x="428" y="1582"/>
                  </a:lnTo>
                  <a:lnTo>
                    <a:pt x="388" y="1627"/>
                  </a:lnTo>
                  <a:lnTo>
                    <a:pt x="345" y="1670"/>
                  </a:lnTo>
                  <a:lnTo>
                    <a:pt x="301" y="1709"/>
                  </a:lnTo>
                  <a:lnTo>
                    <a:pt x="254" y="1744"/>
                  </a:lnTo>
                  <a:lnTo>
                    <a:pt x="205" y="1776"/>
                  </a:lnTo>
                  <a:lnTo>
                    <a:pt x="156" y="1803"/>
                  </a:lnTo>
                  <a:lnTo>
                    <a:pt x="104" y="1826"/>
                  </a:lnTo>
                  <a:lnTo>
                    <a:pt x="53" y="1846"/>
                  </a:lnTo>
                  <a:lnTo>
                    <a:pt x="0" y="1861"/>
                  </a:lnTo>
                  <a:lnTo>
                    <a:pt x="0" y="0"/>
                  </a:lnTo>
                </a:path>
              </a:pathLst>
            </a:custGeom>
            <a:gradFill rotWithShape="1">
              <a:gsLst>
                <a:gs pos="0">
                  <a:schemeClr val="bg1"/>
                </a:gs>
                <a:gs pos="100000">
                  <a:srgbClr val="CFDBDF"/>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748" name="Freeform 9"/>
            <p:cNvSpPr>
              <a:spLocks noChangeArrowheads="1"/>
            </p:cNvSpPr>
            <p:nvPr/>
          </p:nvSpPr>
          <p:spPr bwMode="auto">
            <a:xfrm rot="6256290">
              <a:off x="815" y="49"/>
              <a:ext cx="866" cy="2496"/>
            </a:xfrm>
            <a:custGeom>
              <a:avLst/>
              <a:gdLst>
                <a:gd name="T0" fmla="*/ 0 w 646"/>
                <a:gd name="T1" fmla="*/ 0 h 1861"/>
                <a:gd name="T2" fmla="*/ 891 w 646"/>
                <a:gd name="T3" fmla="*/ 268 h 1861"/>
                <a:gd name="T4" fmla="*/ 1833 w 646"/>
                <a:gd name="T5" fmla="*/ 610 h 1861"/>
                <a:gd name="T6" fmla="*/ 2759 w 646"/>
                <a:gd name="T7" fmla="*/ 1013 h 1861"/>
                <a:gd name="T8" fmla="*/ 3650 w 646"/>
                <a:gd name="T9" fmla="*/ 1529 h 1861"/>
                <a:gd name="T10" fmla="*/ 4527 w 646"/>
                <a:gd name="T11" fmla="*/ 2087 h 1861"/>
                <a:gd name="T12" fmla="*/ 5389 w 646"/>
                <a:gd name="T13" fmla="*/ 2763 h 1861"/>
                <a:gd name="T14" fmla="*/ 6239 w 646"/>
                <a:gd name="T15" fmla="*/ 3495 h 1861"/>
                <a:gd name="T16" fmla="*/ 7059 w 646"/>
                <a:gd name="T17" fmla="*/ 4297 h 1861"/>
                <a:gd name="T18" fmla="*/ 7833 w 646"/>
                <a:gd name="T19" fmla="*/ 5188 h 1861"/>
                <a:gd name="T20" fmla="*/ 8572 w 646"/>
                <a:gd name="T21" fmla="*/ 6129 h 1861"/>
                <a:gd name="T22" fmla="*/ 9246 w 646"/>
                <a:gd name="T23" fmla="*/ 7133 h 1861"/>
                <a:gd name="T24" fmla="*/ 9853 w 646"/>
                <a:gd name="T25" fmla="*/ 8230 h 1861"/>
                <a:gd name="T26" fmla="*/ 10400 w 646"/>
                <a:gd name="T27" fmla="*/ 9363 h 1861"/>
                <a:gd name="T28" fmla="*/ 10907 w 646"/>
                <a:gd name="T29" fmla="*/ 10592 h 1861"/>
                <a:gd name="T30" fmla="*/ 11330 w 646"/>
                <a:gd name="T31" fmla="*/ 11871 h 1861"/>
                <a:gd name="T32" fmla="*/ 11629 w 646"/>
                <a:gd name="T33" fmla="*/ 13185 h 1861"/>
                <a:gd name="T34" fmla="*/ 11879 w 646"/>
                <a:gd name="T35" fmla="*/ 14575 h 1861"/>
                <a:gd name="T36" fmla="*/ 12036 w 646"/>
                <a:gd name="T37" fmla="*/ 16017 h 1861"/>
                <a:gd name="T38" fmla="*/ 12104 w 646"/>
                <a:gd name="T39" fmla="*/ 17507 h 1861"/>
                <a:gd name="T40" fmla="*/ 12062 w 646"/>
                <a:gd name="T41" fmla="*/ 19053 h 1861"/>
                <a:gd name="T42" fmla="*/ 11922 w 646"/>
                <a:gd name="T43" fmla="*/ 20456 h 1861"/>
                <a:gd name="T44" fmla="*/ 11672 w 646"/>
                <a:gd name="T45" fmla="*/ 21851 h 1861"/>
                <a:gd name="T46" fmla="*/ 11381 w 646"/>
                <a:gd name="T47" fmla="*/ 23171 h 1861"/>
                <a:gd name="T48" fmla="*/ 10962 w 646"/>
                <a:gd name="T49" fmla="*/ 24436 h 1861"/>
                <a:gd name="T50" fmla="*/ 10513 w 646"/>
                <a:gd name="T51" fmla="*/ 25627 h 1861"/>
                <a:gd name="T52" fmla="*/ 9988 w 646"/>
                <a:gd name="T53" fmla="*/ 26764 h 1861"/>
                <a:gd name="T54" fmla="*/ 9368 w 646"/>
                <a:gd name="T55" fmla="*/ 27829 h 1861"/>
                <a:gd name="T56" fmla="*/ 8735 w 646"/>
                <a:gd name="T57" fmla="*/ 28850 h 1861"/>
                <a:gd name="T58" fmla="*/ 8022 w 646"/>
                <a:gd name="T59" fmla="*/ 29798 h 1861"/>
                <a:gd name="T60" fmla="*/ 7264 w 646"/>
                <a:gd name="T61" fmla="*/ 30652 h 1861"/>
                <a:gd name="T62" fmla="*/ 6459 w 646"/>
                <a:gd name="T63" fmla="*/ 31457 h 1861"/>
                <a:gd name="T64" fmla="*/ 5658 w 646"/>
                <a:gd name="T65" fmla="*/ 32189 h 1861"/>
                <a:gd name="T66" fmla="*/ 4770 w 646"/>
                <a:gd name="T67" fmla="*/ 32842 h 1861"/>
                <a:gd name="T68" fmla="*/ 3853 w 646"/>
                <a:gd name="T69" fmla="*/ 33451 h 1861"/>
                <a:gd name="T70" fmla="*/ 2920 w 646"/>
                <a:gd name="T71" fmla="*/ 33961 h 1861"/>
                <a:gd name="T72" fmla="*/ 1941 w 646"/>
                <a:gd name="T73" fmla="*/ 34394 h 1861"/>
                <a:gd name="T74" fmla="*/ 988 w 646"/>
                <a:gd name="T75" fmla="*/ 34774 h 1861"/>
                <a:gd name="T76" fmla="*/ 0 w 646"/>
                <a:gd name="T77" fmla="*/ 35054 h 1861"/>
                <a:gd name="T78" fmla="*/ 0 w 646"/>
                <a:gd name="T79" fmla="*/ 0 h 18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6" h="1861">
                  <a:moveTo>
                    <a:pt x="0" y="0"/>
                  </a:moveTo>
                  <a:lnTo>
                    <a:pt x="48" y="14"/>
                  </a:lnTo>
                  <a:lnTo>
                    <a:pt x="98" y="32"/>
                  </a:lnTo>
                  <a:lnTo>
                    <a:pt x="147" y="54"/>
                  </a:lnTo>
                  <a:lnTo>
                    <a:pt x="195" y="81"/>
                  </a:lnTo>
                  <a:lnTo>
                    <a:pt x="242" y="111"/>
                  </a:lnTo>
                  <a:lnTo>
                    <a:pt x="288" y="147"/>
                  </a:lnTo>
                  <a:lnTo>
                    <a:pt x="333" y="185"/>
                  </a:lnTo>
                  <a:lnTo>
                    <a:pt x="377" y="228"/>
                  </a:lnTo>
                  <a:lnTo>
                    <a:pt x="418" y="275"/>
                  </a:lnTo>
                  <a:lnTo>
                    <a:pt x="457" y="325"/>
                  </a:lnTo>
                  <a:lnTo>
                    <a:pt x="493" y="379"/>
                  </a:lnTo>
                  <a:lnTo>
                    <a:pt x="526" y="437"/>
                  </a:lnTo>
                  <a:lnTo>
                    <a:pt x="555" y="497"/>
                  </a:lnTo>
                  <a:lnTo>
                    <a:pt x="582" y="562"/>
                  </a:lnTo>
                  <a:lnTo>
                    <a:pt x="604" y="630"/>
                  </a:lnTo>
                  <a:lnTo>
                    <a:pt x="621" y="700"/>
                  </a:lnTo>
                  <a:lnTo>
                    <a:pt x="634" y="774"/>
                  </a:lnTo>
                  <a:lnTo>
                    <a:pt x="642" y="851"/>
                  </a:lnTo>
                  <a:lnTo>
                    <a:pt x="646" y="930"/>
                  </a:lnTo>
                  <a:lnTo>
                    <a:pt x="643" y="1011"/>
                  </a:lnTo>
                  <a:lnTo>
                    <a:pt x="636" y="1086"/>
                  </a:lnTo>
                  <a:lnTo>
                    <a:pt x="623" y="1160"/>
                  </a:lnTo>
                  <a:lnTo>
                    <a:pt x="607" y="1230"/>
                  </a:lnTo>
                  <a:lnTo>
                    <a:pt x="585" y="1297"/>
                  </a:lnTo>
                  <a:lnTo>
                    <a:pt x="561" y="1361"/>
                  </a:lnTo>
                  <a:lnTo>
                    <a:pt x="533" y="1421"/>
                  </a:lnTo>
                  <a:lnTo>
                    <a:pt x="500" y="1478"/>
                  </a:lnTo>
                  <a:lnTo>
                    <a:pt x="466" y="1532"/>
                  </a:lnTo>
                  <a:lnTo>
                    <a:pt x="428" y="1582"/>
                  </a:lnTo>
                  <a:lnTo>
                    <a:pt x="388" y="1627"/>
                  </a:lnTo>
                  <a:lnTo>
                    <a:pt x="345" y="1670"/>
                  </a:lnTo>
                  <a:lnTo>
                    <a:pt x="301" y="1709"/>
                  </a:lnTo>
                  <a:lnTo>
                    <a:pt x="254" y="1744"/>
                  </a:lnTo>
                  <a:lnTo>
                    <a:pt x="205" y="1776"/>
                  </a:lnTo>
                  <a:lnTo>
                    <a:pt x="156" y="1803"/>
                  </a:lnTo>
                  <a:lnTo>
                    <a:pt x="104" y="1826"/>
                  </a:lnTo>
                  <a:lnTo>
                    <a:pt x="53" y="1846"/>
                  </a:lnTo>
                  <a:lnTo>
                    <a:pt x="0" y="1861"/>
                  </a:lnTo>
                  <a:lnTo>
                    <a:pt x="0" y="0"/>
                  </a:lnTo>
                </a:path>
              </a:pathLst>
            </a:custGeom>
            <a:gradFill rotWithShape="1">
              <a:gsLst>
                <a:gs pos="0">
                  <a:schemeClr val="bg1"/>
                </a:gs>
                <a:gs pos="100000">
                  <a:srgbClr val="CFDBDF"/>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749" name="Freeform 10"/>
            <p:cNvSpPr>
              <a:spLocks noChangeArrowheads="1"/>
            </p:cNvSpPr>
            <p:nvPr/>
          </p:nvSpPr>
          <p:spPr bwMode="auto">
            <a:xfrm rot="-6677128">
              <a:off x="2303" y="-815"/>
              <a:ext cx="866" cy="2496"/>
            </a:xfrm>
            <a:custGeom>
              <a:avLst/>
              <a:gdLst>
                <a:gd name="T0" fmla="*/ 0 w 646"/>
                <a:gd name="T1" fmla="*/ 0 h 1861"/>
                <a:gd name="T2" fmla="*/ 891 w 646"/>
                <a:gd name="T3" fmla="*/ 268 h 1861"/>
                <a:gd name="T4" fmla="*/ 1833 w 646"/>
                <a:gd name="T5" fmla="*/ 610 h 1861"/>
                <a:gd name="T6" fmla="*/ 2759 w 646"/>
                <a:gd name="T7" fmla="*/ 1013 h 1861"/>
                <a:gd name="T8" fmla="*/ 3650 w 646"/>
                <a:gd name="T9" fmla="*/ 1529 h 1861"/>
                <a:gd name="T10" fmla="*/ 4527 w 646"/>
                <a:gd name="T11" fmla="*/ 2087 h 1861"/>
                <a:gd name="T12" fmla="*/ 5389 w 646"/>
                <a:gd name="T13" fmla="*/ 2763 h 1861"/>
                <a:gd name="T14" fmla="*/ 6239 w 646"/>
                <a:gd name="T15" fmla="*/ 3495 h 1861"/>
                <a:gd name="T16" fmla="*/ 7059 w 646"/>
                <a:gd name="T17" fmla="*/ 4297 h 1861"/>
                <a:gd name="T18" fmla="*/ 7833 w 646"/>
                <a:gd name="T19" fmla="*/ 5188 h 1861"/>
                <a:gd name="T20" fmla="*/ 8572 w 646"/>
                <a:gd name="T21" fmla="*/ 6129 h 1861"/>
                <a:gd name="T22" fmla="*/ 9246 w 646"/>
                <a:gd name="T23" fmla="*/ 7133 h 1861"/>
                <a:gd name="T24" fmla="*/ 9853 w 646"/>
                <a:gd name="T25" fmla="*/ 8230 h 1861"/>
                <a:gd name="T26" fmla="*/ 10400 w 646"/>
                <a:gd name="T27" fmla="*/ 9363 h 1861"/>
                <a:gd name="T28" fmla="*/ 10907 w 646"/>
                <a:gd name="T29" fmla="*/ 10592 h 1861"/>
                <a:gd name="T30" fmla="*/ 11330 w 646"/>
                <a:gd name="T31" fmla="*/ 11871 h 1861"/>
                <a:gd name="T32" fmla="*/ 11629 w 646"/>
                <a:gd name="T33" fmla="*/ 13185 h 1861"/>
                <a:gd name="T34" fmla="*/ 11879 w 646"/>
                <a:gd name="T35" fmla="*/ 14575 h 1861"/>
                <a:gd name="T36" fmla="*/ 12036 w 646"/>
                <a:gd name="T37" fmla="*/ 16017 h 1861"/>
                <a:gd name="T38" fmla="*/ 12104 w 646"/>
                <a:gd name="T39" fmla="*/ 17507 h 1861"/>
                <a:gd name="T40" fmla="*/ 12062 w 646"/>
                <a:gd name="T41" fmla="*/ 19053 h 1861"/>
                <a:gd name="T42" fmla="*/ 11922 w 646"/>
                <a:gd name="T43" fmla="*/ 20456 h 1861"/>
                <a:gd name="T44" fmla="*/ 11672 w 646"/>
                <a:gd name="T45" fmla="*/ 21851 h 1861"/>
                <a:gd name="T46" fmla="*/ 11381 w 646"/>
                <a:gd name="T47" fmla="*/ 23171 h 1861"/>
                <a:gd name="T48" fmla="*/ 10962 w 646"/>
                <a:gd name="T49" fmla="*/ 24436 h 1861"/>
                <a:gd name="T50" fmla="*/ 10513 w 646"/>
                <a:gd name="T51" fmla="*/ 25627 h 1861"/>
                <a:gd name="T52" fmla="*/ 9988 w 646"/>
                <a:gd name="T53" fmla="*/ 26764 h 1861"/>
                <a:gd name="T54" fmla="*/ 9368 w 646"/>
                <a:gd name="T55" fmla="*/ 27829 h 1861"/>
                <a:gd name="T56" fmla="*/ 8735 w 646"/>
                <a:gd name="T57" fmla="*/ 28850 h 1861"/>
                <a:gd name="T58" fmla="*/ 8022 w 646"/>
                <a:gd name="T59" fmla="*/ 29798 h 1861"/>
                <a:gd name="T60" fmla="*/ 7264 w 646"/>
                <a:gd name="T61" fmla="*/ 30652 h 1861"/>
                <a:gd name="T62" fmla="*/ 6459 w 646"/>
                <a:gd name="T63" fmla="*/ 31457 h 1861"/>
                <a:gd name="T64" fmla="*/ 5658 w 646"/>
                <a:gd name="T65" fmla="*/ 32189 h 1861"/>
                <a:gd name="T66" fmla="*/ 4770 w 646"/>
                <a:gd name="T67" fmla="*/ 32842 h 1861"/>
                <a:gd name="T68" fmla="*/ 3853 w 646"/>
                <a:gd name="T69" fmla="*/ 33451 h 1861"/>
                <a:gd name="T70" fmla="*/ 2920 w 646"/>
                <a:gd name="T71" fmla="*/ 33961 h 1861"/>
                <a:gd name="T72" fmla="*/ 1941 w 646"/>
                <a:gd name="T73" fmla="*/ 34394 h 1861"/>
                <a:gd name="T74" fmla="*/ 988 w 646"/>
                <a:gd name="T75" fmla="*/ 34774 h 1861"/>
                <a:gd name="T76" fmla="*/ 0 w 646"/>
                <a:gd name="T77" fmla="*/ 35054 h 1861"/>
                <a:gd name="T78" fmla="*/ 0 w 646"/>
                <a:gd name="T79" fmla="*/ 0 h 18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6" h="1861">
                  <a:moveTo>
                    <a:pt x="0" y="0"/>
                  </a:moveTo>
                  <a:lnTo>
                    <a:pt x="48" y="14"/>
                  </a:lnTo>
                  <a:lnTo>
                    <a:pt x="98" y="32"/>
                  </a:lnTo>
                  <a:lnTo>
                    <a:pt x="147" y="54"/>
                  </a:lnTo>
                  <a:lnTo>
                    <a:pt x="195" y="81"/>
                  </a:lnTo>
                  <a:lnTo>
                    <a:pt x="242" y="111"/>
                  </a:lnTo>
                  <a:lnTo>
                    <a:pt x="288" y="147"/>
                  </a:lnTo>
                  <a:lnTo>
                    <a:pt x="333" y="185"/>
                  </a:lnTo>
                  <a:lnTo>
                    <a:pt x="377" y="228"/>
                  </a:lnTo>
                  <a:lnTo>
                    <a:pt x="418" y="275"/>
                  </a:lnTo>
                  <a:lnTo>
                    <a:pt x="457" y="325"/>
                  </a:lnTo>
                  <a:lnTo>
                    <a:pt x="493" y="379"/>
                  </a:lnTo>
                  <a:lnTo>
                    <a:pt x="526" y="437"/>
                  </a:lnTo>
                  <a:lnTo>
                    <a:pt x="555" y="497"/>
                  </a:lnTo>
                  <a:lnTo>
                    <a:pt x="582" y="562"/>
                  </a:lnTo>
                  <a:lnTo>
                    <a:pt x="604" y="630"/>
                  </a:lnTo>
                  <a:lnTo>
                    <a:pt x="621" y="700"/>
                  </a:lnTo>
                  <a:lnTo>
                    <a:pt x="634" y="774"/>
                  </a:lnTo>
                  <a:lnTo>
                    <a:pt x="642" y="851"/>
                  </a:lnTo>
                  <a:lnTo>
                    <a:pt x="646" y="930"/>
                  </a:lnTo>
                  <a:lnTo>
                    <a:pt x="643" y="1011"/>
                  </a:lnTo>
                  <a:lnTo>
                    <a:pt x="636" y="1086"/>
                  </a:lnTo>
                  <a:lnTo>
                    <a:pt x="623" y="1160"/>
                  </a:lnTo>
                  <a:lnTo>
                    <a:pt x="607" y="1230"/>
                  </a:lnTo>
                  <a:lnTo>
                    <a:pt x="585" y="1297"/>
                  </a:lnTo>
                  <a:lnTo>
                    <a:pt x="561" y="1361"/>
                  </a:lnTo>
                  <a:lnTo>
                    <a:pt x="533" y="1421"/>
                  </a:lnTo>
                  <a:lnTo>
                    <a:pt x="500" y="1478"/>
                  </a:lnTo>
                  <a:lnTo>
                    <a:pt x="466" y="1532"/>
                  </a:lnTo>
                  <a:lnTo>
                    <a:pt x="428" y="1582"/>
                  </a:lnTo>
                  <a:lnTo>
                    <a:pt x="388" y="1627"/>
                  </a:lnTo>
                  <a:lnTo>
                    <a:pt x="345" y="1670"/>
                  </a:lnTo>
                  <a:lnTo>
                    <a:pt x="301" y="1709"/>
                  </a:lnTo>
                  <a:lnTo>
                    <a:pt x="254" y="1744"/>
                  </a:lnTo>
                  <a:lnTo>
                    <a:pt x="205" y="1776"/>
                  </a:lnTo>
                  <a:lnTo>
                    <a:pt x="156" y="1803"/>
                  </a:lnTo>
                  <a:lnTo>
                    <a:pt x="104" y="1826"/>
                  </a:lnTo>
                  <a:lnTo>
                    <a:pt x="53" y="1846"/>
                  </a:lnTo>
                  <a:lnTo>
                    <a:pt x="0" y="1861"/>
                  </a:lnTo>
                  <a:lnTo>
                    <a:pt x="0" y="0"/>
                  </a:lnTo>
                </a:path>
              </a:pathLst>
            </a:custGeom>
            <a:gradFill rotWithShape="1">
              <a:gsLst>
                <a:gs pos="0">
                  <a:schemeClr val="bg1"/>
                </a:gs>
                <a:gs pos="100000">
                  <a:srgbClr val="CFDBDF"/>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73736" name="Group 11"/>
          <p:cNvGrpSpPr/>
          <p:nvPr/>
        </p:nvGrpSpPr>
        <p:grpSpPr bwMode="auto">
          <a:xfrm>
            <a:off x="3656013" y="2743200"/>
            <a:ext cx="1830387" cy="1609725"/>
            <a:chOff x="0" y="0"/>
            <a:chExt cx="1680" cy="1680"/>
          </a:xfrm>
        </p:grpSpPr>
        <p:sp>
          <p:nvSpPr>
            <p:cNvPr id="73745" name="Oval 12"/>
            <p:cNvSpPr>
              <a:spLocks noChangeArrowheads="1"/>
            </p:cNvSpPr>
            <p:nvPr/>
          </p:nvSpPr>
          <p:spPr bwMode="auto">
            <a:xfrm>
              <a:off x="0" y="0"/>
              <a:ext cx="1680" cy="1680"/>
            </a:xfrm>
            <a:prstGeom prst="ellipse">
              <a:avLst/>
            </a:prstGeom>
            <a:gradFill rotWithShape="1">
              <a:gsLst>
                <a:gs pos="0">
                  <a:srgbClr val="F14343"/>
                </a:gs>
                <a:gs pos="100000">
                  <a:srgbClr val="922929"/>
                </a:gs>
              </a:gsLst>
              <a:lin ang="5400000" scaled="1"/>
            </a:gradFill>
            <a:ln w="25400">
              <a:solidFill>
                <a:schemeClr val="bg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3746" name="Freeform 13"/>
            <p:cNvSpPr>
              <a:spLocks noChangeArrowheads="1"/>
            </p:cNvSpPr>
            <p:nvPr/>
          </p:nvSpPr>
          <p:spPr bwMode="auto">
            <a:xfrm>
              <a:off x="192" y="28"/>
              <a:ext cx="1296" cy="634"/>
            </a:xfrm>
            <a:custGeom>
              <a:avLst/>
              <a:gdLst>
                <a:gd name="T0" fmla="*/ 1074 w 1321"/>
                <a:gd name="T1" fmla="*/ 126 h 712"/>
                <a:gd name="T2" fmla="*/ 1088 w 1321"/>
                <a:gd name="T3" fmla="*/ 139 h 712"/>
                <a:gd name="T4" fmla="*/ 1091 w 1321"/>
                <a:gd name="T5" fmla="*/ 151 h 712"/>
                <a:gd name="T6" fmla="*/ 1086 w 1321"/>
                <a:gd name="T7" fmla="*/ 162 h 712"/>
                <a:gd name="T8" fmla="*/ 1072 w 1321"/>
                <a:gd name="T9" fmla="*/ 171 h 712"/>
                <a:gd name="T10" fmla="*/ 1051 w 1321"/>
                <a:gd name="T11" fmla="*/ 182 h 712"/>
                <a:gd name="T12" fmla="*/ 1023 w 1321"/>
                <a:gd name="T13" fmla="*/ 190 h 712"/>
                <a:gd name="T14" fmla="*/ 988 w 1321"/>
                <a:gd name="T15" fmla="*/ 197 h 712"/>
                <a:gd name="T16" fmla="*/ 948 w 1321"/>
                <a:gd name="T17" fmla="*/ 204 h 712"/>
                <a:gd name="T18" fmla="*/ 902 w 1321"/>
                <a:gd name="T19" fmla="*/ 209 h 712"/>
                <a:gd name="T20" fmla="*/ 852 w 1321"/>
                <a:gd name="T21" fmla="*/ 214 h 712"/>
                <a:gd name="T22" fmla="*/ 799 w 1321"/>
                <a:gd name="T23" fmla="*/ 216 h 712"/>
                <a:gd name="T24" fmla="*/ 740 w 1321"/>
                <a:gd name="T25" fmla="*/ 221 h 712"/>
                <a:gd name="T26" fmla="*/ 681 w 1321"/>
                <a:gd name="T27" fmla="*/ 222 h 712"/>
                <a:gd name="T28" fmla="*/ 657 w 1321"/>
                <a:gd name="T29" fmla="*/ 223 h 712"/>
                <a:gd name="T30" fmla="*/ 393 w 1321"/>
                <a:gd name="T31" fmla="*/ 223 h 712"/>
                <a:gd name="T32" fmla="*/ 389 w 1321"/>
                <a:gd name="T33" fmla="*/ 223 h 712"/>
                <a:gd name="T34" fmla="*/ 337 w 1321"/>
                <a:gd name="T35" fmla="*/ 222 h 712"/>
                <a:gd name="T36" fmla="*/ 287 w 1321"/>
                <a:gd name="T37" fmla="*/ 221 h 712"/>
                <a:gd name="T38" fmla="*/ 240 w 1321"/>
                <a:gd name="T39" fmla="*/ 218 h 712"/>
                <a:gd name="T40" fmla="*/ 195 w 1321"/>
                <a:gd name="T41" fmla="*/ 215 h 712"/>
                <a:gd name="T42" fmla="*/ 155 w 1321"/>
                <a:gd name="T43" fmla="*/ 212 h 712"/>
                <a:gd name="T44" fmla="*/ 118 w 1321"/>
                <a:gd name="T45" fmla="*/ 207 h 712"/>
                <a:gd name="T46" fmla="*/ 82 w 1321"/>
                <a:gd name="T47" fmla="*/ 203 h 712"/>
                <a:gd name="T48" fmla="*/ 57 w 1321"/>
                <a:gd name="T49" fmla="*/ 198 h 712"/>
                <a:gd name="T50" fmla="*/ 29 w 1321"/>
                <a:gd name="T51" fmla="*/ 191 h 712"/>
                <a:gd name="T52" fmla="*/ 18 w 1321"/>
                <a:gd name="T53" fmla="*/ 183 h 712"/>
                <a:gd name="T54" fmla="*/ 6 w 1321"/>
                <a:gd name="T55" fmla="*/ 174 h 712"/>
                <a:gd name="T56" fmla="*/ 0 w 1321"/>
                <a:gd name="T57" fmla="*/ 164 h 712"/>
                <a:gd name="T58" fmla="*/ 0 w 1321"/>
                <a:gd name="T59" fmla="*/ 163 h 712"/>
                <a:gd name="T60" fmla="*/ 4 w 1321"/>
                <a:gd name="T61" fmla="*/ 151 h 712"/>
                <a:gd name="T62" fmla="*/ 16 w 1321"/>
                <a:gd name="T63" fmla="*/ 140 h 712"/>
                <a:gd name="T64" fmla="*/ 41 w 1321"/>
                <a:gd name="T65" fmla="*/ 116 h 712"/>
                <a:gd name="T66" fmla="*/ 76 w 1321"/>
                <a:gd name="T67" fmla="*/ 93 h 712"/>
                <a:gd name="T68" fmla="*/ 122 w 1321"/>
                <a:gd name="T69" fmla="*/ 74 h 712"/>
                <a:gd name="T70" fmla="*/ 169 w 1321"/>
                <a:gd name="T71" fmla="*/ 54 h 712"/>
                <a:gd name="T72" fmla="*/ 223 w 1321"/>
                <a:gd name="T73" fmla="*/ 38 h 712"/>
                <a:gd name="T74" fmla="*/ 282 w 1321"/>
                <a:gd name="T75" fmla="*/ 26 h 712"/>
                <a:gd name="T76" fmla="*/ 342 w 1321"/>
                <a:gd name="T77" fmla="*/ 14 h 712"/>
                <a:gd name="T78" fmla="*/ 411 w 1321"/>
                <a:gd name="T79" fmla="*/ 7 h 712"/>
                <a:gd name="T80" fmla="*/ 480 w 1321"/>
                <a:gd name="T81" fmla="*/ 4 h 712"/>
                <a:gd name="T82" fmla="*/ 551 w 1321"/>
                <a:gd name="T83" fmla="*/ 0 h 712"/>
                <a:gd name="T84" fmla="*/ 627 w 1321"/>
                <a:gd name="T85" fmla="*/ 4 h 712"/>
                <a:gd name="T86" fmla="*/ 700 w 1321"/>
                <a:gd name="T87" fmla="*/ 7 h 712"/>
                <a:gd name="T88" fmla="*/ 770 w 1321"/>
                <a:gd name="T89" fmla="*/ 16 h 712"/>
                <a:gd name="T90" fmla="*/ 835 w 1321"/>
                <a:gd name="T91" fmla="*/ 28 h 712"/>
                <a:gd name="T92" fmla="*/ 894 w 1321"/>
                <a:gd name="T93" fmla="*/ 43 h 712"/>
                <a:gd name="T94" fmla="*/ 949 w 1321"/>
                <a:gd name="T95" fmla="*/ 61 h 712"/>
                <a:gd name="T96" fmla="*/ 998 w 1321"/>
                <a:gd name="T97" fmla="*/ 80 h 712"/>
                <a:gd name="T98" fmla="*/ 1040 w 1321"/>
                <a:gd name="T99" fmla="*/ 102 h 712"/>
                <a:gd name="T100" fmla="*/ 1074 w 1321"/>
                <a:gd name="T101" fmla="*/ 126 h 71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chemeClr val="bg1"/>
                </a:gs>
                <a:gs pos="100000">
                  <a:srgbClr val="FF33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3502" name="Text Box 14"/>
          <p:cNvSpPr txBox="1">
            <a:spLocks noChangeArrowheads="1"/>
          </p:cNvSpPr>
          <p:nvPr/>
        </p:nvSpPr>
        <p:spPr bwMode="auto">
          <a:xfrm>
            <a:off x="3657600" y="3048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a:buFont typeface="Arial" panose="020B0604020202090204" pitchFamily="34" charset="0"/>
              <a:buNone/>
              <a:defRPr/>
            </a:pPr>
            <a:r>
              <a:rPr lang="en-US" altLang="zh-CN" sz="2400">
                <a:solidFill>
                  <a:srgbClr val="000000"/>
                </a:solidFill>
                <a:effectLst>
                  <a:outerShdw blurRad="38100" dist="38100" dir="2700000" algn="tl">
                    <a:srgbClr val="C0C0C0"/>
                  </a:outerShdw>
                </a:effectLst>
                <a:latin typeface="Times New Roman" panose="02020503050405090304" pitchFamily="18" charset="0"/>
              </a:rPr>
              <a:t>0110110110</a:t>
            </a:r>
          </a:p>
        </p:txBody>
      </p:sp>
      <p:sp>
        <p:nvSpPr>
          <p:cNvPr id="73738" name="Text Box 15"/>
          <p:cNvSpPr txBox="1">
            <a:spLocks noChangeArrowheads="1"/>
          </p:cNvSpPr>
          <p:nvPr/>
        </p:nvSpPr>
        <p:spPr bwMode="auto">
          <a:xfrm>
            <a:off x="2743200" y="3717925"/>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000" b="1" i="1">
                <a:solidFill>
                  <a:srgbClr val="000000"/>
                </a:solidFill>
                <a:latin typeface="Times New Roman" panose="02020503050405090304" pitchFamily="18" charset="0"/>
              </a:rPr>
              <a:t>和</a:t>
            </a:r>
            <a:endParaRPr lang="en-US" altLang="zh-CN" sz="2000">
              <a:solidFill>
                <a:srgbClr val="000000"/>
              </a:solidFill>
            </a:endParaRPr>
          </a:p>
        </p:txBody>
      </p:sp>
      <p:sp>
        <p:nvSpPr>
          <p:cNvPr id="63504" name="Text Box 16"/>
          <p:cNvSpPr txBox="1">
            <a:spLocks noChangeArrowheads="1"/>
          </p:cNvSpPr>
          <p:nvPr/>
        </p:nvSpPr>
        <p:spPr bwMode="auto">
          <a:xfrm>
            <a:off x="762000" y="2819400"/>
            <a:ext cx="159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000" b="1">
                <a:solidFill>
                  <a:srgbClr val="000000"/>
                </a:solidFill>
              </a:rPr>
              <a:t>0100010100</a:t>
            </a:r>
          </a:p>
        </p:txBody>
      </p:sp>
      <p:sp>
        <p:nvSpPr>
          <p:cNvPr id="2" name="Text Box 17"/>
          <p:cNvSpPr txBox="1">
            <a:spLocks noChangeArrowheads="1"/>
          </p:cNvSpPr>
          <p:nvPr/>
        </p:nvSpPr>
        <p:spPr bwMode="auto">
          <a:xfrm>
            <a:off x="3638550" y="5638800"/>
            <a:ext cx="159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r">
              <a:spcBef>
                <a:spcPct val="0"/>
              </a:spcBef>
              <a:buClrTx/>
              <a:buFontTx/>
              <a:buNone/>
            </a:pPr>
            <a:r>
              <a:rPr lang="en-US" altLang="zh-CN" sz="2000" b="1">
                <a:solidFill>
                  <a:srgbClr val="000000"/>
                </a:solidFill>
              </a:rPr>
              <a:t>1110111111</a:t>
            </a:r>
          </a:p>
        </p:txBody>
      </p:sp>
      <p:sp>
        <p:nvSpPr>
          <p:cNvPr id="3" name="Text Box 18"/>
          <p:cNvSpPr txBox="1">
            <a:spLocks noChangeArrowheads="1"/>
          </p:cNvSpPr>
          <p:nvPr/>
        </p:nvSpPr>
        <p:spPr bwMode="auto">
          <a:xfrm>
            <a:off x="3657600" y="34290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a:buFont typeface="Arial" panose="020B0604020202090204" pitchFamily="34" charset="0"/>
              <a:buNone/>
              <a:defRPr/>
            </a:pPr>
            <a:r>
              <a:rPr lang="en-US" altLang="zh-CN" sz="2400">
                <a:solidFill>
                  <a:srgbClr val="000000"/>
                </a:solidFill>
                <a:effectLst>
                  <a:outerShdw blurRad="38100" dist="38100" dir="2700000" algn="tl">
                    <a:srgbClr val="C0C0C0"/>
                  </a:outerShdw>
                </a:effectLst>
                <a:latin typeface="Times New Roman" panose="02020503050405090304" pitchFamily="18" charset="0"/>
              </a:rPr>
              <a:t>1100011101</a:t>
            </a:r>
          </a:p>
        </p:txBody>
      </p:sp>
      <p:sp>
        <p:nvSpPr>
          <p:cNvPr id="73742" name="Text Box 19"/>
          <p:cNvSpPr txBox="1">
            <a:spLocks noChangeArrowheads="1"/>
          </p:cNvSpPr>
          <p:nvPr/>
        </p:nvSpPr>
        <p:spPr bwMode="auto">
          <a:xfrm>
            <a:off x="4800600" y="44958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000" b="1" i="1">
                <a:solidFill>
                  <a:srgbClr val="000000"/>
                </a:solidFill>
                <a:latin typeface="Times New Roman" panose="02020503050405090304" pitchFamily="18" charset="0"/>
              </a:rPr>
              <a:t>或</a:t>
            </a:r>
            <a:endParaRPr lang="en-US" altLang="zh-CN" sz="2000">
              <a:solidFill>
                <a:srgbClr val="000000"/>
              </a:solidFill>
            </a:endParaRPr>
          </a:p>
        </p:txBody>
      </p:sp>
      <p:sp>
        <p:nvSpPr>
          <p:cNvPr id="73743" name="Text Box 20"/>
          <p:cNvSpPr txBox="1">
            <a:spLocks noChangeArrowheads="1"/>
          </p:cNvSpPr>
          <p:nvPr/>
        </p:nvSpPr>
        <p:spPr bwMode="auto">
          <a:xfrm>
            <a:off x="5334000" y="21336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000" b="1" i="1">
                <a:solidFill>
                  <a:srgbClr val="000000"/>
                </a:solidFill>
                <a:latin typeface="Times New Roman" panose="02020503050405090304" pitchFamily="18" charset="0"/>
              </a:rPr>
              <a:t>XOR</a:t>
            </a:r>
            <a:endParaRPr lang="en-US" altLang="zh-CN" sz="2000">
              <a:solidFill>
                <a:srgbClr val="000000"/>
              </a:solidFill>
            </a:endParaRPr>
          </a:p>
        </p:txBody>
      </p:sp>
      <p:sp>
        <p:nvSpPr>
          <p:cNvPr id="5" name="Text Box 21"/>
          <p:cNvSpPr txBox="1">
            <a:spLocks noChangeArrowheads="1"/>
          </p:cNvSpPr>
          <p:nvPr/>
        </p:nvSpPr>
        <p:spPr bwMode="auto">
          <a:xfrm>
            <a:off x="6248400" y="2514600"/>
            <a:ext cx="159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000" b="1">
                <a:solidFill>
                  <a:srgbClr val="000000"/>
                </a:solidFill>
              </a:rPr>
              <a:t>1010101011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504"/>
                                        </p:tgtEl>
                                        <p:attrNameLst>
                                          <p:attrName>style.visibility</p:attrName>
                                        </p:attrNameLst>
                                      </p:cBhvr>
                                      <p:to>
                                        <p:strVal val="visible"/>
                                      </p:to>
                                    </p:set>
                                    <p:anim calcmode="lin" valueType="num">
                                      <p:cBhvr additive="base">
                                        <p:cTn id="7" dur="500" fill="hold"/>
                                        <p:tgtEl>
                                          <p:spTgt spid="63504"/>
                                        </p:tgtEl>
                                        <p:attrNameLst>
                                          <p:attrName>ppt_x</p:attrName>
                                        </p:attrNameLst>
                                      </p:cBhvr>
                                      <p:tavLst>
                                        <p:tav tm="0">
                                          <p:val>
                                            <p:strVal val="#ppt_x"/>
                                          </p:val>
                                        </p:tav>
                                        <p:tav tm="100000">
                                          <p:val>
                                            <p:strVal val="#ppt_x"/>
                                          </p:val>
                                        </p:tav>
                                      </p:tavLst>
                                    </p:anim>
                                    <p:anim calcmode="lin" valueType="num">
                                      <p:cBhvr additive="base">
                                        <p:cTn id="8" dur="500" fill="hold"/>
                                        <p:tgtEl>
                                          <p:spTgt spid="635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4" grpId="0"/>
      <p:bldP spid="2"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236E93A0-3826-4EA0-A4C1-F13727AF5DA7}" type="slidenum">
              <a:rPr lang="en-US" altLang="zh-CN" sz="1200">
                <a:effectLst>
                  <a:outerShdw blurRad="38100" dist="38100" dir="2700000" algn="tl">
                    <a:srgbClr val="C0C0C0"/>
                  </a:outerShdw>
                </a:effectLst>
                <a:latin typeface="Verdana" panose="020B0804030504040204" pitchFamily="34" charset="0"/>
              </a:rPr>
              <a:t>51</a:t>
            </a:fld>
            <a:endParaRPr lang="en-US" altLang="zh-CN" sz="1200">
              <a:effectLst>
                <a:outerShdw blurRad="38100" dist="38100" dir="2700000" algn="tl">
                  <a:srgbClr val="C0C0C0"/>
                </a:outerShdw>
              </a:effectLst>
              <a:latin typeface="Verdana" panose="020B0804030504040204" pitchFamily="34" charset="0"/>
            </a:endParaRPr>
          </a:p>
        </p:txBody>
      </p:sp>
      <p:sp>
        <p:nvSpPr>
          <p:cNvPr id="61443" name="Rectangle 2"/>
          <p:cNvSpPr>
            <a:spLocks noGrp="1" noChangeArrowheads="1"/>
          </p:cNvSpPr>
          <p:nvPr>
            <p:ph type="title" idx="4294967295"/>
          </p:nvPr>
        </p:nvSpPr>
        <p:spPr/>
        <p:txBody>
          <a:bodyPr/>
          <a:lstStyle/>
          <a:p>
            <a:pPr eaLnBrk="1" hangingPunct="1"/>
            <a:endParaRPr lang="zh-CN" altLang="zh-CN">
              <a:ea typeface="宋体" pitchFamily="2" charset="-122"/>
            </a:endParaRPr>
          </a:p>
        </p:txBody>
      </p:sp>
      <p:grpSp>
        <p:nvGrpSpPr>
          <p:cNvPr id="61444" name="Group 3"/>
          <p:cNvGrpSpPr/>
          <p:nvPr/>
        </p:nvGrpSpPr>
        <p:grpSpPr bwMode="auto">
          <a:xfrm>
            <a:off x="1981200" y="2819400"/>
            <a:ext cx="5029200" cy="2438400"/>
            <a:chOff x="0" y="0"/>
            <a:chExt cx="1889" cy="1009"/>
          </a:xfrm>
        </p:grpSpPr>
        <p:grpSp>
          <p:nvGrpSpPr>
            <p:cNvPr id="61446" name="Group 4"/>
            <p:cNvGrpSpPr/>
            <p:nvPr/>
          </p:nvGrpSpPr>
          <p:grpSpPr bwMode="auto">
            <a:xfrm>
              <a:off x="0" y="90"/>
              <a:ext cx="1889" cy="919"/>
              <a:chOff x="0" y="0"/>
              <a:chExt cx="1926" cy="937"/>
            </a:xfrm>
          </p:grpSpPr>
          <p:sp>
            <p:nvSpPr>
              <p:cNvPr id="61451" name="Oval 5"/>
              <p:cNvSpPr>
                <a:spLocks noChangeArrowheads="1"/>
              </p:cNvSpPr>
              <p:nvPr/>
            </p:nvSpPr>
            <p:spPr bwMode="auto">
              <a:xfrm>
                <a:off x="21" y="30"/>
                <a:ext cx="1905" cy="907"/>
              </a:xfrm>
              <a:prstGeom prst="ellipse">
                <a:avLst/>
              </a:prstGeom>
              <a:gradFill rotWithShape="1">
                <a:gsLst>
                  <a:gs pos="0">
                    <a:schemeClr val="hlink"/>
                  </a:gs>
                  <a:gs pos="100000">
                    <a:srgbClr val="4A4A7C"/>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1452" name="Oval 6"/>
              <p:cNvSpPr>
                <a:spLocks noChangeArrowheads="1"/>
              </p:cNvSpPr>
              <p:nvPr/>
            </p:nvSpPr>
            <p:spPr bwMode="auto">
              <a:xfrm>
                <a:off x="0" y="0"/>
                <a:ext cx="1905" cy="907"/>
              </a:xfrm>
              <a:prstGeom prst="ellipse">
                <a:avLst/>
              </a:prstGeom>
              <a:gradFill rotWithShape="1">
                <a:gsLst>
                  <a:gs pos="0">
                    <a:srgbClr val="D2D2FF"/>
                  </a:gs>
                  <a:gs pos="100000">
                    <a:schemeClr val="hlink"/>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61447" name="Oval 7"/>
            <p:cNvSpPr>
              <a:spLocks noChangeArrowheads="1"/>
            </p:cNvSpPr>
            <p:nvPr/>
          </p:nvSpPr>
          <p:spPr bwMode="auto">
            <a:xfrm>
              <a:off x="89" y="0"/>
              <a:ext cx="1691" cy="845"/>
            </a:xfrm>
            <a:prstGeom prst="ellipse">
              <a:avLst/>
            </a:prstGeom>
            <a:gradFill rotWithShape="1">
              <a:gsLst>
                <a:gs pos="0">
                  <a:srgbClr val="37556B"/>
                </a:gs>
                <a:gs pos="100000">
                  <a:schemeClr val="accent1"/>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1448" name="Oval 8"/>
            <p:cNvSpPr>
              <a:spLocks noChangeArrowheads="1"/>
            </p:cNvSpPr>
            <p:nvPr/>
          </p:nvSpPr>
          <p:spPr bwMode="auto">
            <a:xfrm>
              <a:off x="111" y="5"/>
              <a:ext cx="1650" cy="824"/>
            </a:xfrm>
            <a:prstGeom prst="ellipse">
              <a:avLst/>
            </a:prstGeom>
            <a:gradFill rotWithShape="1">
              <a:gsLst>
                <a:gs pos="0">
                  <a:schemeClr val="accent1">
                    <a:alpha val="0"/>
                  </a:schemeClr>
                </a:gs>
                <a:gs pos="100000">
                  <a:srgbClr val="D0E6F7"/>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1449" name="Oval 9"/>
            <p:cNvSpPr>
              <a:spLocks noChangeArrowheads="1"/>
            </p:cNvSpPr>
            <p:nvPr/>
          </p:nvSpPr>
          <p:spPr bwMode="auto">
            <a:xfrm>
              <a:off x="128" y="13"/>
              <a:ext cx="1570" cy="770"/>
            </a:xfrm>
            <a:prstGeom prst="ellipse">
              <a:avLst/>
            </a:prstGeom>
            <a:gradFill rotWithShape="1">
              <a:gsLst>
                <a:gs pos="0">
                  <a:srgbClr val="5E91B7"/>
                </a:gs>
                <a:gs pos="100000">
                  <a:schemeClr val="accent1">
                    <a:alpha val="48000"/>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61450" name="Oval 10"/>
            <p:cNvSpPr>
              <a:spLocks noChangeArrowheads="1"/>
            </p:cNvSpPr>
            <p:nvPr/>
          </p:nvSpPr>
          <p:spPr bwMode="auto">
            <a:xfrm>
              <a:off x="211" y="30"/>
              <a:ext cx="1382" cy="624"/>
            </a:xfrm>
            <a:prstGeom prst="ellipse">
              <a:avLst/>
            </a:prstGeom>
            <a:gradFill rotWithShape="1">
              <a:gsLst>
                <a:gs pos="0">
                  <a:srgbClr val="FFFFFF"/>
                </a:gs>
                <a:gs pos="100000">
                  <a:schemeClr val="accent1">
                    <a:alpha val="37999"/>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61445" name="Rectangle 11"/>
          <p:cNvSpPr>
            <a:spLocks noGrp="1" noChangeArrowheads="1"/>
          </p:cNvSpPr>
          <p:nvPr>
            <p:ph type="body" idx="4294967295"/>
          </p:nvPr>
        </p:nvSpPr>
        <p:spPr>
          <a:xfrm>
            <a:off x="3048000" y="3505200"/>
            <a:ext cx="2971800" cy="533400"/>
          </a:xfrm>
        </p:spPr>
        <p:txBody>
          <a:bodyPr/>
          <a:lstStyle/>
          <a:p>
            <a:pPr eaLnBrk="1" hangingPunct="1">
              <a:lnSpc>
                <a:spcPct val="80000"/>
              </a:lnSpc>
            </a:pPr>
            <a:r>
              <a:rPr lang="zh-CN" altLang="en-US" sz="2800" b="1" dirty="0">
                <a:ea typeface="宋体" pitchFamily="2" charset="-122"/>
              </a:rPr>
              <a:t>自然语言至命题逻辑</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B487BE8E-0B0F-44AD-9EA9-D46C99FE9D7A}" type="slidenum">
              <a:rPr lang="en-US" altLang="zh-CN" sz="1200">
                <a:effectLst>
                  <a:outerShdw blurRad="38100" dist="38100" dir="2700000" algn="tl">
                    <a:srgbClr val="C0C0C0"/>
                  </a:outerShdw>
                </a:effectLst>
                <a:latin typeface="Verdana" panose="020B0804030504040204" pitchFamily="34" charset="0"/>
              </a:rPr>
              <a:t>52</a:t>
            </a:fld>
            <a:endParaRPr lang="en-US" altLang="zh-CN" sz="1200">
              <a:effectLst>
                <a:outerShdw blurRad="38100" dist="38100" dir="2700000" algn="tl">
                  <a:srgbClr val="C0C0C0"/>
                </a:outerShdw>
              </a:effectLst>
              <a:latin typeface="Verdana" panose="020B0804030504040204" pitchFamily="34" charset="0"/>
            </a:endParaRPr>
          </a:p>
        </p:txBody>
      </p:sp>
      <p:sp>
        <p:nvSpPr>
          <p:cNvPr id="62467" name="Rectangle 2"/>
          <p:cNvSpPr>
            <a:spLocks noGrp="1" noChangeArrowheads="1"/>
          </p:cNvSpPr>
          <p:nvPr>
            <p:ph type="title" idx="4294967295"/>
          </p:nvPr>
        </p:nvSpPr>
        <p:spPr/>
        <p:txBody>
          <a:bodyPr/>
          <a:lstStyle/>
          <a:p>
            <a:pPr eaLnBrk="1" hangingPunct="1"/>
            <a:r>
              <a:rPr lang="en-US" altLang="zh-CN">
                <a:ea typeface="宋体" pitchFamily="2" charset="-122"/>
              </a:rPr>
              <a:t>示例 1</a:t>
            </a:r>
          </a:p>
        </p:txBody>
      </p:sp>
      <p:sp>
        <p:nvSpPr>
          <p:cNvPr id="62468" name="Rectangle 3"/>
          <p:cNvSpPr>
            <a:spLocks noGrp="1" noChangeArrowheads="1"/>
          </p:cNvSpPr>
          <p:nvPr>
            <p:ph type="body" idx="4294967295"/>
          </p:nvPr>
        </p:nvSpPr>
        <p:spPr>
          <a:xfrm>
            <a:off x="304800" y="1524000"/>
            <a:ext cx="8458200" cy="4876800"/>
          </a:xfrm>
        </p:spPr>
        <p:txBody>
          <a:bodyPr/>
          <a:lstStyle/>
          <a:p>
            <a:pPr eaLnBrk="1" hangingPunct="1"/>
            <a:r>
              <a:rPr lang="en-US" altLang="zh-CN" sz="2800" dirty="0">
                <a:solidFill>
                  <a:srgbClr val="000000"/>
                </a:solidFill>
                <a:latin typeface="Times New Roman" panose="02020503050405090304" pitchFamily="18" charset="0"/>
                <a:ea typeface="宋体" pitchFamily="2" charset="-122"/>
              </a:rPr>
              <a:t>“</a:t>
            </a:r>
            <a:r>
              <a:rPr lang="en-US" altLang="zh-CN" sz="2800" u="sng" dirty="0" err="1">
                <a:solidFill>
                  <a:srgbClr val="000000"/>
                </a:solidFill>
                <a:latin typeface="Times New Roman" panose="02020503050405090304" pitchFamily="18" charset="0"/>
                <a:ea typeface="宋体" pitchFamily="2" charset="-122"/>
              </a:rPr>
              <a:t>我刚刚见到了我的老朋友</a:t>
            </a:r>
            <a:r>
              <a:rPr lang="zh-CN" altLang="en-US" sz="2800" u="sng" dirty="0">
                <a:solidFill>
                  <a:srgbClr val="000000"/>
                </a:solidFill>
                <a:latin typeface="Times New Roman" panose="02020503050405090304" pitchFamily="18" charset="0"/>
                <a:ea typeface="宋体" pitchFamily="2" charset="-122"/>
              </a:rPr>
              <a:t> ，</a:t>
            </a:r>
            <a:r>
              <a:rPr lang="en-US" altLang="zh-CN" sz="2800" dirty="0" err="1">
                <a:solidFill>
                  <a:srgbClr val="000000"/>
                </a:solidFill>
                <a:latin typeface="Times New Roman" panose="02020503050405090304" pitchFamily="18" charset="0"/>
                <a:ea typeface="宋体" pitchFamily="2" charset="-122"/>
              </a:rPr>
              <a:t>不是</a:t>
            </a:r>
            <a:r>
              <a:rPr lang="en-US" altLang="zh-CN" sz="2800" u="sng" dirty="0" err="1">
                <a:solidFill>
                  <a:srgbClr val="000000"/>
                </a:solidFill>
                <a:latin typeface="Times New Roman" panose="02020503050405090304" pitchFamily="18" charset="0"/>
                <a:ea typeface="宋体" pitchFamily="2" charset="-122"/>
              </a:rPr>
              <a:t>他长大了，</a:t>
            </a:r>
            <a:r>
              <a:rPr lang="en-US" altLang="zh-CN" sz="2800" dirty="0" err="1">
                <a:solidFill>
                  <a:srgbClr val="000000"/>
                </a:solidFill>
                <a:latin typeface="Times New Roman" panose="02020503050405090304" pitchFamily="18" charset="0"/>
                <a:ea typeface="宋体" pitchFamily="2" charset="-122"/>
              </a:rPr>
              <a:t>就是</a:t>
            </a:r>
            <a:r>
              <a:rPr lang="en-US" altLang="zh-CN" sz="2800" u="sng" dirty="0" err="1">
                <a:solidFill>
                  <a:srgbClr val="000000"/>
                </a:solidFill>
                <a:latin typeface="Times New Roman" panose="02020503050405090304" pitchFamily="18" charset="0"/>
                <a:ea typeface="宋体" pitchFamily="2" charset="-122"/>
              </a:rPr>
              <a:t>我缩小了</a:t>
            </a:r>
            <a:r>
              <a:rPr lang="zh-CN" altLang="en-US" sz="2800" u="sng" dirty="0">
                <a:solidFill>
                  <a:srgbClr val="000000"/>
                </a:solidFill>
                <a:latin typeface="Times New Roman" panose="02020503050405090304" pitchFamily="18" charset="0"/>
                <a:ea typeface="宋体" pitchFamily="2" charset="-122"/>
              </a:rPr>
              <a:t>。</a:t>
            </a:r>
            <a:r>
              <a:rPr lang="en-US" altLang="zh-CN" sz="2800" dirty="0">
                <a:solidFill>
                  <a:srgbClr val="000000"/>
                </a:solidFill>
                <a:latin typeface="Times New Roman" panose="02020503050405090304" pitchFamily="18" charset="0"/>
                <a:ea typeface="宋体" pitchFamily="2" charset="-122"/>
              </a:rPr>
              <a:t>"</a:t>
            </a:r>
          </a:p>
          <a:p>
            <a:pPr eaLnBrk="1" hangingPunct="1"/>
            <a:r>
              <a:rPr lang="en-US" altLang="zh-CN" dirty="0">
                <a:ea typeface="宋体" pitchFamily="2" charset="-122"/>
              </a:rPr>
              <a:t>解</a:t>
            </a:r>
            <a:r>
              <a:rPr lang="zh-CN" altLang="en-US" dirty="0">
                <a:ea typeface="宋体" pitchFamily="2" charset="-122"/>
              </a:rPr>
              <a:t>：</a:t>
            </a:r>
            <a:endParaRPr lang="en-US" altLang="zh-CN" dirty="0">
              <a:ea typeface="宋体" pitchFamily="2" charset="-122"/>
            </a:endParaRPr>
          </a:p>
          <a:p>
            <a:pPr eaLnBrk="1" hangingPunct="1">
              <a:buFont typeface="Wingdings" panose="05000000000000000000" pitchFamily="2" charset="2"/>
              <a:buNone/>
            </a:pPr>
            <a:r>
              <a:rPr lang="en-US" altLang="zh-CN" sz="2800" dirty="0">
                <a:ea typeface="宋体" pitchFamily="2" charset="-122"/>
              </a:rPr>
              <a:t>   让 f 代表</a:t>
            </a:r>
            <a:r>
              <a:rPr lang="en-US" altLang="zh-CN" sz="2800" dirty="0">
                <a:latin typeface="Times New Roman" panose="02020503050405090304" pitchFamily="18" charset="0"/>
                <a:ea typeface="宋体" pitchFamily="2" charset="-122"/>
              </a:rPr>
              <a:t> "</a:t>
            </a:r>
            <a:r>
              <a:rPr lang="en-US" altLang="zh-CN" sz="2800" u="sng" dirty="0">
                <a:ea typeface="宋体" pitchFamily="2" charset="-122"/>
              </a:rPr>
              <a:t>我刚见到我的老朋友</a:t>
            </a:r>
            <a:r>
              <a:rPr lang="en-US" altLang="zh-CN" sz="2800" dirty="0">
                <a:latin typeface="Times New Roman" panose="02020503050405090304" pitchFamily="18" charset="0"/>
                <a:ea typeface="宋体" pitchFamily="2" charset="-122"/>
              </a:rPr>
              <a:t>"</a:t>
            </a:r>
            <a:r>
              <a:rPr lang="en-US" altLang="zh-CN" sz="2800" dirty="0">
                <a:ea typeface="宋体" pitchFamily="2" charset="-122"/>
              </a:rPr>
              <a:t>。</a:t>
            </a:r>
          </a:p>
          <a:p>
            <a:pPr eaLnBrk="1" hangingPunct="1">
              <a:buFont typeface="Wingdings" panose="05000000000000000000" pitchFamily="2" charset="2"/>
              <a:buNone/>
            </a:pPr>
            <a:r>
              <a:rPr lang="en-US" altLang="zh-CN" sz="2800" dirty="0">
                <a:ea typeface="宋体" pitchFamily="2" charset="-122"/>
              </a:rPr>
              <a:t>   让 g 代表 </a:t>
            </a:r>
            <a:r>
              <a:rPr lang="en-US" altLang="zh-CN" sz="2800" dirty="0">
                <a:latin typeface="Times New Roman" panose="02020503050405090304" pitchFamily="18" charset="0"/>
                <a:ea typeface="宋体" pitchFamily="2" charset="-122"/>
              </a:rPr>
              <a:t>"</a:t>
            </a:r>
            <a:r>
              <a:rPr lang="en-US" altLang="zh-CN" sz="2800" u="sng" dirty="0">
                <a:ea typeface="宋体" pitchFamily="2" charset="-122"/>
              </a:rPr>
              <a:t>他长大了</a:t>
            </a:r>
            <a:r>
              <a:rPr lang="en-US" altLang="zh-CN" sz="2800" dirty="0">
                <a:latin typeface="Times New Roman" panose="02020503050405090304" pitchFamily="18" charset="0"/>
                <a:ea typeface="宋体" pitchFamily="2" charset="-122"/>
              </a:rPr>
              <a:t>"</a:t>
            </a:r>
            <a:r>
              <a:rPr lang="en-US" altLang="zh-CN" sz="2800" dirty="0">
                <a:ea typeface="宋体" pitchFamily="2" charset="-122"/>
              </a:rPr>
              <a:t>。</a:t>
            </a:r>
          </a:p>
          <a:p>
            <a:pPr eaLnBrk="1" hangingPunct="1">
              <a:buFont typeface="Wingdings" panose="05000000000000000000" pitchFamily="2" charset="2"/>
              <a:buNone/>
            </a:pPr>
            <a:r>
              <a:rPr lang="en-US" altLang="zh-CN" sz="2800" dirty="0">
                <a:ea typeface="宋体" pitchFamily="2" charset="-122"/>
              </a:rPr>
              <a:t>   </a:t>
            </a:r>
            <a:r>
              <a:rPr lang="en-US" altLang="zh-CN" sz="2800" dirty="0" err="1">
                <a:ea typeface="宋体" pitchFamily="2" charset="-122"/>
              </a:rPr>
              <a:t>让</a:t>
            </a:r>
            <a:r>
              <a:rPr lang="en-US" altLang="zh-CN" sz="2800" dirty="0">
                <a:ea typeface="宋体" pitchFamily="2" charset="-122"/>
              </a:rPr>
              <a:t> s </a:t>
            </a:r>
            <a:r>
              <a:rPr lang="en-US" altLang="zh-CN" sz="2800" dirty="0" err="1">
                <a:ea typeface="宋体" pitchFamily="2" charset="-122"/>
              </a:rPr>
              <a:t>来表示</a:t>
            </a:r>
            <a:r>
              <a:rPr lang="en-US" altLang="zh-CN" sz="2800" dirty="0">
                <a:latin typeface="Times New Roman" panose="02020503050405090304" pitchFamily="18" charset="0"/>
                <a:ea typeface="宋体" pitchFamily="2" charset="-122"/>
              </a:rPr>
              <a:t> "</a:t>
            </a:r>
            <a:r>
              <a:rPr lang="en-US" altLang="zh-CN" sz="2800" u="sng" dirty="0">
                <a:ea typeface="宋体" pitchFamily="2" charset="-122"/>
              </a:rPr>
              <a:t>我缩小了</a:t>
            </a:r>
            <a:r>
              <a:rPr lang="en-US" altLang="zh-CN" sz="2800" dirty="0">
                <a:latin typeface="Times New Roman" panose="02020503050405090304" pitchFamily="18" charset="0"/>
                <a:ea typeface="宋体" pitchFamily="2" charset="-122"/>
              </a:rPr>
              <a:t>"</a:t>
            </a:r>
            <a:r>
              <a:rPr lang="en-US" altLang="zh-CN" sz="2800" dirty="0">
                <a:ea typeface="宋体" pitchFamily="2" charset="-122"/>
              </a:rPr>
              <a:t>。</a:t>
            </a:r>
            <a:endParaRPr lang="en-US" altLang="zh-CN" sz="2800" dirty="0">
              <a:ea typeface="宋体" pitchFamily="2" charset="-122"/>
              <a:sym typeface="Symbol" panose="05050102010706020507" pitchFamily="18" charset="2"/>
            </a:endParaRPr>
          </a:p>
          <a:p>
            <a:pPr eaLnBrk="1" hangingPunct="1">
              <a:buFont typeface="Wingdings" panose="05000000000000000000" pitchFamily="2" charset="2"/>
              <a:buNone/>
            </a:pPr>
            <a:r>
              <a:rPr lang="en-US" altLang="zh-CN" sz="2800" dirty="0">
                <a:ea typeface="宋体" pitchFamily="2" charset="-122"/>
              </a:rPr>
              <a:t>   这句话可以表示为 </a:t>
            </a:r>
            <a:r>
              <a:rPr lang="en-US" altLang="zh-CN" sz="2800" i="1" dirty="0">
                <a:ea typeface="宋体" pitchFamily="2" charset="-122"/>
              </a:rPr>
              <a:t>f </a:t>
            </a:r>
            <a:r>
              <a:rPr lang="en-US" altLang="zh-CN" sz="2800" dirty="0">
                <a:ea typeface="宋体" pitchFamily="2" charset="-122"/>
                <a:sym typeface="Symbol" panose="05050102010706020507" pitchFamily="18" charset="2"/>
              </a:rPr>
              <a:t> (</a:t>
            </a:r>
            <a:r>
              <a:rPr lang="en-US" altLang="zh-CN" sz="2800" i="1" dirty="0">
                <a:ea typeface="宋体" pitchFamily="2" charset="-122"/>
                <a:sym typeface="Symbol" panose="05050102010706020507" pitchFamily="18" charset="2"/>
              </a:rPr>
              <a:t>g </a:t>
            </a:r>
            <a:r>
              <a:rPr lang="en-US" altLang="zh-CN" sz="2800" dirty="0">
                <a:ea typeface="宋体" pitchFamily="2" charset="-122"/>
                <a:sym typeface="Symbol" panose="05050102010706020507" pitchFamily="18" charset="2"/>
              </a:rPr>
              <a:t> </a:t>
            </a:r>
            <a:r>
              <a:rPr lang="en-US" altLang="zh-CN" sz="2800" i="1" dirty="0">
                <a:ea typeface="宋体" pitchFamily="2" charset="-122"/>
                <a:sym typeface="Symbol" panose="05050102010706020507" pitchFamily="18" charset="2"/>
              </a:rPr>
              <a:t>s</a:t>
            </a:r>
            <a:r>
              <a:rPr lang="en-US" altLang="zh-CN" sz="2800" dirty="0">
                <a:ea typeface="宋体" pitchFamily="2" charset="-122"/>
                <a:sym typeface="Symbol" panose="05050102010706020507" pitchFamily="18" charset="2"/>
              </a:rPr>
              <a:t>)。</a:t>
            </a:r>
          </a:p>
          <a:p>
            <a:pPr lvl="1" eaLnBrk="1" hangingPunct="1">
              <a:buFont typeface="Wingdings" panose="05000000000000000000" pitchFamily="2" charset="2"/>
              <a:buNone/>
            </a:pPr>
            <a:r>
              <a:rPr lang="en-US" altLang="zh-CN" dirty="0">
                <a:ea typeface="宋体" pitchFamily="2" charset="-122"/>
              </a:rPr>
              <a:t>(</a:t>
            </a:r>
            <a:r>
              <a:rPr lang="en-US" altLang="zh-CN" i="1" dirty="0">
                <a:ea typeface="宋体" pitchFamily="2" charset="-122"/>
              </a:rPr>
              <a:t>f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g</a:t>
            </a:r>
            <a:r>
              <a:rPr lang="en-US" altLang="zh-CN" dirty="0">
                <a:ea typeface="宋体" pitchFamily="2" charset="-122"/>
                <a:sym typeface="Symbol" panose="05050102010706020507" pitchFamily="18" charset="2"/>
              </a:rPr>
              <a:t>)  </a:t>
            </a:r>
            <a:r>
              <a:rPr lang="en-US" altLang="zh-CN" i="1" dirty="0">
                <a:ea typeface="宋体" pitchFamily="2" charset="-122"/>
                <a:sym typeface="Symbol" panose="05050102010706020507" pitchFamily="18" charset="2"/>
              </a:rPr>
              <a:t>s 的</a:t>
            </a:r>
            <a:r>
              <a:rPr lang="en-US" altLang="zh-CN" dirty="0">
                <a:ea typeface="宋体" pitchFamily="2" charset="-122"/>
                <a:sym typeface="Symbol" panose="05050102010706020507" pitchFamily="18" charset="2"/>
              </a:rPr>
              <a:t>含义会有所不同。</a:t>
            </a:r>
          </a:p>
          <a:p>
            <a:pPr lvl="1" eaLnBrk="1" hangingPunct="1">
              <a:buFont typeface="Wingdings" panose="05000000000000000000" pitchFamily="2" charset="2"/>
              <a:buNone/>
            </a:pPr>
            <a:r>
              <a:rPr lang="en-US" altLang="zh-CN" i="1" dirty="0">
                <a:ea typeface="宋体" pitchFamily="2" charset="-122"/>
              </a:rPr>
              <a:t>f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g </a:t>
            </a:r>
            <a:r>
              <a:rPr lang="en-US" altLang="zh-CN" dirty="0">
                <a:ea typeface="宋体" pitchFamily="2" charset="-122"/>
                <a:sym typeface="Symbol" panose="05050102010706020507" pitchFamily="18" charset="2"/>
              </a:rPr>
              <a:t> </a:t>
            </a:r>
            <a:r>
              <a:rPr lang="en-US" altLang="zh-CN" i="1" dirty="0">
                <a:ea typeface="宋体" pitchFamily="2" charset="-122"/>
                <a:sym typeface="Symbol" panose="05050102010706020507" pitchFamily="18" charset="2"/>
              </a:rPr>
              <a:t>s </a:t>
            </a:r>
            <a:r>
              <a:rPr lang="en-US" altLang="zh-CN" dirty="0">
                <a:ea typeface="宋体" pitchFamily="2" charset="-122"/>
                <a:sym typeface="Symbol" panose="05050102010706020507" pitchFamily="18" charset="2"/>
              </a:rPr>
              <a:t>将是模棱两可的。</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32136B39-230A-4263-93F7-C19A2A9FDB6A}" type="slidenum">
              <a:rPr lang="en-US" altLang="zh-CN" sz="1200">
                <a:effectLst>
                  <a:outerShdw blurRad="38100" dist="38100" dir="2700000" algn="tl">
                    <a:srgbClr val="C0C0C0"/>
                  </a:outerShdw>
                </a:effectLst>
                <a:latin typeface="Verdana" panose="020B0804030504040204" pitchFamily="34" charset="0"/>
              </a:rPr>
              <a:t>53</a:t>
            </a:fld>
            <a:endParaRPr lang="en-US" altLang="zh-CN" sz="1200">
              <a:effectLst>
                <a:outerShdw blurRad="38100" dist="38100" dir="2700000" algn="tl">
                  <a:srgbClr val="C0C0C0"/>
                </a:outerShdw>
              </a:effectLst>
              <a:latin typeface="Verdana" panose="020B0804030504040204" pitchFamily="34" charset="0"/>
            </a:endParaRPr>
          </a:p>
        </p:txBody>
      </p:sp>
      <p:sp>
        <p:nvSpPr>
          <p:cNvPr id="64515" name="Rectangle 2"/>
          <p:cNvSpPr>
            <a:spLocks noGrp="1" noChangeArrowheads="1"/>
          </p:cNvSpPr>
          <p:nvPr>
            <p:ph type="title" idx="4294967295"/>
          </p:nvPr>
        </p:nvSpPr>
        <p:spPr/>
        <p:txBody>
          <a:bodyPr/>
          <a:lstStyle/>
          <a:p>
            <a:pPr eaLnBrk="1" hangingPunct="1"/>
            <a:r>
              <a:rPr lang="en-GB" altLang="en-US">
                <a:ea typeface="宋体" pitchFamily="2" charset="-122"/>
              </a:rPr>
              <a:t>示例 2</a:t>
            </a:r>
            <a:endParaRPr lang="en-US" altLang="zh-CN">
              <a:ea typeface="宋体" pitchFamily="2" charset="-122"/>
            </a:endParaRPr>
          </a:p>
        </p:txBody>
      </p:sp>
      <p:sp>
        <p:nvSpPr>
          <p:cNvPr id="64516" name="Rectangle 3"/>
          <p:cNvSpPr>
            <a:spLocks noGrp="1" noChangeArrowheads="1"/>
          </p:cNvSpPr>
          <p:nvPr>
            <p:ph type="body" idx="4294967295"/>
          </p:nvPr>
        </p:nvSpPr>
        <p:spPr/>
        <p:txBody>
          <a:bodyPr/>
          <a:lstStyle/>
          <a:p>
            <a:pPr eaLnBrk="1" hangingPunct="1">
              <a:buFont typeface="Wingdings" panose="05000000000000000000" pitchFamily="2" charset="2"/>
              <a:buNone/>
            </a:pPr>
            <a:endParaRPr lang="en-US" altLang="zh-CN" dirty="0">
              <a:solidFill>
                <a:schemeClr val="accent2"/>
              </a:solidFill>
              <a:ea typeface="宋体" pitchFamily="2" charset="-122"/>
            </a:endParaRPr>
          </a:p>
          <a:p>
            <a:pPr eaLnBrk="1" hangingPunct="1">
              <a:buFont typeface="Wingdings" panose="05000000000000000000" pitchFamily="2" charset="2"/>
              <a:buNone/>
            </a:pPr>
            <a:endParaRPr lang="en-US" altLang="zh-CN" dirty="0">
              <a:solidFill>
                <a:schemeClr val="accent2"/>
              </a:solidFill>
              <a:ea typeface="宋体" pitchFamily="2" charset="-122"/>
            </a:endParaRPr>
          </a:p>
          <a:p>
            <a:pPr eaLnBrk="1" hangingPunct="1">
              <a:buFont typeface="Wingdings" panose="05000000000000000000" pitchFamily="2" charset="2"/>
              <a:buNone/>
            </a:pPr>
            <a:r>
              <a:rPr lang="en-US" altLang="zh-CN" sz="2400" dirty="0">
                <a:solidFill>
                  <a:schemeClr val="tx2"/>
                </a:solidFill>
                <a:latin typeface="Arial Black" panose="020B0A04020102020204" pitchFamily="34" charset="0"/>
                <a:ea typeface="宋体" pitchFamily="2" charset="-122"/>
              </a:rPr>
              <a:t>解</a:t>
            </a:r>
            <a:r>
              <a:rPr lang="zh-CN" altLang="en-US" sz="2400" dirty="0">
                <a:solidFill>
                  <a:schemeClr val="tx2"/>
                </a:solidFill>
                <a:latin typeface="Arial Black" panose="020B0A04020102020204" pitchFamily="34" charset="0"/>
                <a:ea typeface="宋体" pitchFamily="2" charset="-122"/>
              </a:rPr>
              <a:t>：</a:t>
            </a:r>
            <a:endParaRPr lang="en-US" altLang="zh-CN" sz="2400" dirty="0">
              <a:solidFill>
                <a:schemeClr val="tx2"/>
              </a:solidFill>
              <a:latin typeface="Arial Black" panose="020B0A04020102020204" pitchFamily="34" charset="0"/>
              <a:ea typeface="宋体" pitchFamily="2" charset="-122"/>
            </a:endParaRPr>
          </a:p>
          <a:p>
            <a:pPr eaLnBrk="1" hangingPunct="1">
              <a:buFont typeface="Wingdings" panose="05000000000000000000" pitchFamily="2" charset="2"/>
              <a:buNone/>
            </a:pPr>
            <a:r>
              <a:rPr lang="en-US" altLang="zh-CN" sz="2400" dirty="0">
                <a:solidFill>
                  <a:schemeClr val="tx2"/>
                </a:solidFill>
                <a:latin typeface="Arial Black" panose="020B0A04020102020204" pitchFamily="34" charset="0"/>
                <a:ea typeface="宋体" pitchFamily="2" charset="-122"/>
              </a:rPr>
              <a:t>让 </a:t>
            </a:r>
            <a:r>
              <a:rPr lang="en-US" altLang="zh-CN" sz="2400" i="1" dirty="0">
                <a:solidFill>
                  <a:srgbClr val="000000"/>
                </a:solidFill>
                <a:latin typeface="Arial Black" panose="020B0A04020102020204" pitchFamily="34" charset="0"/>
                <a:ea typeface="宋体" pitchFamily="2" charset="-122"/>
              </a:rPr>
              <a:t>r </a:t>
            </a:r>
            <a:r>
              <a:rPr lang="en-US" altLang="zh-CN" sz="2400" dirty="0">
                <a:solidFill>
                  <a:schemeClr val="tx2"/>
                </a:solidFill>
                <a:latin typeface="Arial Black" panose="020B0A04020102020204" pitchFamily="34" charset="0"/>
                <a:ea typeface="宋体" pitchFamily="2" charset="-122"/>
              </a:rPr>
              <a:t>="</a:t>
            </a:r>
            <a:r>
              <a:rPr lang="en-US" altLang="zh-CN" sz="2400" dirty="0" err="1">
                <a:solidFill>
                  <a:schemeClr val="tx2"/>
                </a:solidFill>
                <a:latin typeface="Arial Black" panose="020B0A04020102020204" pitchFamily="34" charset="0"/>
                <a:ea typeface="宋体" pitchFamily="2" charset="-122"/>
              </a:rPr>
              <a:t>今天早上草坪是湿的</a:t>
            </a:r>
            <a:r>
              <a:rPr lang="en-US" altLang="zh-CN" sz="2400" dirty="0">
                <a:solidFill>
                  <a:schemeClr val="tx2"/>
                </a:solidFill>
                <a:latin typeface="Arial Black" panose="020B0A04020102020204" pitchFamily="34" charset="0"/>
                <a:ea typeface="宋体" pitchFamily="2" charset="-122"/>
              </a:rPr>
              <a:t>"、     </a:t>
            </a:r>
          </a:p>
          <a:p>
            <a:pPr eaLnBrk="1" hangingPunct="1">
              <a:buFont typeface="Wingdings" panose="05000000000000000000" pitchFamily="2" charset="2"/>
              <a:buNone/>
            </a:pPr>
            <a:r>
              <a:rPr lang="en-US" altLang="zh-CN" sz="2400" i="1" dirty="0">
                <a:solidFill>
                  <a:srgbClr val="000000"/>
                </a:solidFill>
                <a:latin typeface="Arial Black" panose="020B0A04020102020204" pitchFamily="34" charset="0"/>
                <a:ea typeface="宋体" pitchFamily="2" charset="-122"/>
              </a:rPr>
              <a:t>      p </a:t>
            </a:r>
            <a:r>
              <a:rPr lang="en-US" altLang="zh-CN" sz="2400" dirty="0">
                <a:solidFill>
                  <a:schemeClr val="tx2"/>
                </a:solidFill>
                <a:latin typeface="Arial Black" panose="020B0A04020102020204" pitchFamily="34" charset="0"/>
                <a:ea typeface="宋体" pitchFamily="2" charset="-122"/>
              </a:rPr>
              <a:t>="</a:t>
            </a:r>
            <a:r>
              <a:rPr lang="en-US" altLang="zh-CN" sz="2400" dirty="0" err="1">
                <a:solidFill>
                  <a:schemeClr val="tx2"/>
                </a:solidFill>
                <a:latin typeface="Arial Black" panose="020B0A04020102020204" pitchFamily="34" charset="0"/>
                <a:ea typeface="宋体" pitchFamily="2" charset="-122"/>
              </a:rPr>
              <a:t>昨晚下雨了</a:t>
            </a:r>
            <a:r>
              <a:rPr lang="en-US" altLang="zh-CN" sz="2400" dirty="0">
                <a:solidFill>
                  <a:schemeClr val="tx2"/>
                </a:solidFill>
                <a:latin typeface="Arial Black" panose="020B0A04020102020204" pitchFamily="34" charset="0"/>
                <a:ea typeface="宋体" pitchFamily="2" charset="-122"/>
              </a:rPr>
              <a:t>"、 </a:t>
            </a:r>
            <a:br>
              <a:rPr lang="en-US" altLang="zh-CN" sz="2400" dirty="0">
                <a:solidFill>
                  <a:schemeClr val="tx2"/>
                </a:solidFill>
                <a:latin typeface="Arial Black" panose="020B0A04020102020204" pitchFamily="34" charset="0"/>
                <a:ea typeface="宋体" pitchFamily="2" charset="-122"/>
              </a:rPr>
            </a:br>
            <a:r>
              <a:rPr lang="en-US" altLang="zh-CN" sz="2400" i="1" dirty="0">
                <a:solidFill>
                  <a:srgbClr val="000000"/>
                </a:solidFill>
                <a:latin typeface="Arial Black" panose="020B0A04020102020204" pitchFamily="34" charset="0"/>
                <a:ea typeface="宋体" pitchFamily="2" charset="-122"/>
              </a:rPr>
              <a:t>   q </a:t>
            </a:r>
            <a:r>
              <a:rPr lang="en-US" altLang="zh-CN" sz="2400" dirty="0">
                <a:solidFill>
                  <a:schemeClr val="tx2"/>
                </a:solidFill>
                <a:latin typeface="Arial Black" panose="020B0A04020102020204" pitchFamily="34" charset="0"/>
                <a:ea typeface="宋体" pitchFamily="2" charset="-122"/>
              </a:rPr>
              <a:t>="</a:t>
            </a:r>
            <a:r>
              <a:rPr lang="en-US" altLang="zh-CN" sz="2400" dirty="0" err="1">
                <a:solidFill>
                  <a:schemeClr val="tx2"/>
                </a:solidFill>
                <a:latin typeface="Arial Black" panose="020B0A04020102020204" pitchFamily="34" charset="0"/>
                <a:ea typeface="宋体" pitchFamily="2" charset="-122"/>
              </a:rPr>
              <a:t>洒水器昨晚打开了</a:t>
            </a:r>
            <a:r>
              <a:rPr lang="en-US" altLang="zh-CN" sz="2400" dirty="0">
                <a:solidFill>
                  <a:schemeClr val="tx2"/>
                </a:solidFill>
                <a:latin typeface="Arial Black" panose="020B0A04020102020204" pitchFamily="34" charset="0"/>
                <a:ea typeface="宋体" pitchFamily="2" charset="-122"/>
              </a:rPr>
              <a:t>"</a:t>
            </a:r>
            <a:r>
              <a:rPr lang="en-US" altLang="zh-CN" dirty="0">
                <a:solidFill>
                  <a:schemeClr val="accent2"/>
                </a:solidFill>
                <a:ea typeface="宋体" pitchFamily="2" charset="-122"/>
              </a:rPr>
              <a:t>。 </a:t>
            </a:r>
          </a:p>
          <a:p>
            <a:pPr eaLnBrk="1" hangingPunct="1">
              <a:buFont typeface="Wingdings" panose="05000000000000000000" pitchFamily="2" charset="2"/>
              <a:buNone/>
            </a:pPr>
            <a:r>
              <a:rPr lang="en-US" altLang="zh-CN" sz="2400" b="1" dirty="0" err="1">
                <a:solidFill>
                  <a:schemeClr val="tx2"/>
                </a:solidFill>
                <a:ea typeface="宋体" pitchFamily="2" charset="-122"/>
              </a:rPr>
              <a:t>因此</a:t>
            </a:r>
            <a:r>
              <a:rPr lang="en-US" altLang="zh-CN" sz="2400" b="1" dirty="0">
                <a:solidFill>
                  <a:schemeClr val="tx2"/>
                </a:solidFill>
                <a:ea typeface="宋体" pitchFamily="2" charset="-122"/>
              </a:rPr>
              <a:t>，</a:t>
            </a:r>
            <a:r>
              <a:rPr lang="en-US" altLang="zh-CN" sz="2400" b="1" i="1" dirty="0">
                <a:solidFill>
                  <a:srgbClr val="000000"/>
                </a:solidFill>
                <a:ea typeface="宋体" pitchFamily="2" charset="-122"/>
              </a:rPr>
              <a:t>¬p </a:t>
            </a:r>
            <a:r>
              <a:rPr lang="en-US" altLang="zh-CN" sz="2400" b="1" i="1" dirty="0">
                <a:solidFill>
                  <a:schemeClr val="tx2"/>
                </a:solidFill>
                <a:ea typeface="宋体" pitchFamily="2" charset="-122"/>
              </a:rPr>
              <a:t>= "</a:t>
            </a:r>
            <a:r>
              <a:rPr lang="en-US" altLang="zh-CN" sz="2400" b="1" dirty="0" err="1">
                <a:solidFill>
                  <a:schemeClr val="tx2"/>
                </a:solidFill>
                <a:ea typeface="宋体" pitchFamily="2" charset="-122"/>
              </a:rPr>
              <a:t>昨晚没有下雨</a:t>
            </a:r>
            <a:r>
              <a:rPr lang="en-US" altLang="zh-CN" sz="2400" b="1" dirty="0">
                <a:solidFill>
                  <a:schemeClr val="tx2"/>
                </a:solidFill>
                <a:ea typeface="宋体" pitchFamily="2" charset="-122"/>
              </a:rPr>
              <a:t>"。 </a:t>
            </a:r>
          </a:p>
          <a:p>
            <a:pPr eaLnBrk="1" hangingPunct="1">
              <a:buFont typeface="Wingdings" panose="05000000000000000000" pitchFamily="2" charset="2"/>
              <a:buNone/>
            </a:pPr>
            <a:r>
              <a:rPr lang="en-US" altLang="zh-CN" sz="2400" b="1" i="1" dirty="0">
                <a:solidFill>
                  <a:srgbClr val="000000"/>
                </a:solidFill>
                <a:ea typeface="宋体" pitchFamily="2" charset="-122"/>
              </a:rPr>
              <a:t>          r </a:t>
            </a:r>
            <a:r>
              <a:rPr lang="en-US" altLang="zh-CN" sz="2400" b="1" dirty="0">
                <a:solidFill>
                  <a:srgbClr val="000000"/>
                </a:solidFill>
                <a:ea typeface="宋体" pitchFamily="2" charset="-122"/>
                <a:sym typeface="Symbol" panose="05050102010706020507" pitchFamily="18" charset="2"/>
              </a:rPr>
              <a:t></a:t>
            </a:r>
            <a:r>
              <a:rPr lang="en-US" altLang="zh-CN" sz="2400" b="1" i="1" dirty="0">
                <a:solidFill>
                  <a:srgbClr val="000000"/>
                </a:solidFill>
                <a:ea typeface="宋体" pitchFamily="2" charset="-122"/>
              </a:rPr>
              <a:t> ¬p </a:t>
            </a:r>
            <a:r>
              <a:rPr lang="en-US" altLang="zh-CN" sz="2400" b="1" i="1" dirty="0">
                <a:solidFill>
                  <a:schemeClr val="tx2"/>
                </a:solidFill>
                <a:ea typeface="宋体" pitchFamily="2" charset="-122"/>
              </a:rPr>
              <a:t>= </a:t>
            </a:r>
            <a:r>
              <a:rPr lang="en-US" altLang="zh-CN" sz="2400" b="1" dirty="0">
                <a:solidFill>
                  <a:schemeClr val="tx2"/>
                </a:solidFill>
                <a:ea typeface="宋体" pitchFamily="2" charset="-122"/>
              </a:rPr>
              <a:t>"</a:t>
            </a:r>
            <a:r>
              <a:rPr lang="en-US" altLang="zh-CN" sz="2400" b="1" dirty="0" err="1">
                <a:solidFill>
                  <a:schemeClr val="tx2"/>
                </a:solidFill>
                <a:ea typeface="宋体" pitchFamily="2" charset="-122"/>
              </a:rPr>
              <a:t>草坪今天早上是湿的，昨晚没有下雨</a:t>
            </a:r>
            <a:r>
              <a:rPr lang="en-US" altLang="zh-CN" sz="2400" b="1" dirty="0">
                <a:solidFill>
                  <a:schemeClr val="tx2"/>
                </a:solidFill>
                <a:ea typeface="宋体" pitchFamily="2" charset="-122"/>
              </a:rPr>
              <a:t>"。</a:t>
            </a:r>
            <a:br>
              <a:rPr lang="en-US" altLang="zh-CN" sz="2400" b="1" dirty="0">
                <a:solidFill>
                  <a:schemeClr val="tx2"/>
                </a:solidFill>
                <a:ea typeface="宋体" pitchFamily="2" charset="-122"/>
              </a:rPr>
            </a:br>
            <a:r>
              <a:rPr lang="en-US" altLang="zh-CN" sz="2400" b="1" dirty="0" err="1">
                <a:solidFill>
                  <a:schemeClr val="tx2"/>
                </a:solidFill>
                <a:ea typeface="宋体" pitchFamily="2" charset="-122"/>
              </a:rPr>
              <a:t>昨晚没下雨</a:t>
            </a:r>
            <a:r>
              <a:rPr lang="en-US" altLang="zh-CN" sz="2400" b="1" dirty="0">
                <a:solidFill>
                  <a:schemeClr val="tx2"/>
                </a:solidFill>
                <a:ea typeface="宋体" pitchFamily="2" charset="-122"/>
              </a:rPr>
              <a:t>"。 </a:t>
            </a:r>
          </a:p>
          <a:p>
            <a:pPr eaLnBrk="1" hangingPunct="1">
              <a:buFont typeface="Wingdings" panose="05000000000000000000" pitchFamily="2" charset="2"/>
              <a:buNone/>
            </a:pPr>
            <a:r>
              <a:rPr lang="en-US" altLang="zh-CN" sz="2800" dirty="0" err="1">
                <a:ea typeface="宋体" pitchFamily="2" charset="-122"/>
              </a:rPr>
              <a:t>句子可以表示为</a:t>
            </a:r>
            <a:r>
              <a:rPr lang="en-US" altLang="zh-CN" b="1" dirty="0">
                <a:solidFill>
                  <a:srgbClr val="000000"/>
                </a:solidFill>
                <a:latin typeface="Times New Roman" panose="02020503050405090304" pitchFamily="18" charset="0"/>
                <a:ea typeface="宋体" pitchFamily="2" charset="-122"/>
              </a:rPr>
              <a:t> ¬ </a:t>
            </a:r>
            <a:r>
              <a:rPr lang="en-US" altLang="zh-CN" b="1" i="1" dirty="0">
                <a:solidFill>
                  <a:srgbClr val="000000"/>
                </a:solidFill>
                <a:ea typeface="宋体" pitchFamily="2" charset="-122"/>
              </a:rPr>
              <a:t>r </a:t>
            </a:r>
            <a:r>
              <a:rPr lang="en-US" altLang="zh-CN" b="1" dirty="0">
                <a:solidFill>
                  <a:srgbClr val="000000"/>
                </a:solidFill>
                <a:ea typeface="宋体" pitchFamily="2" charset="-122"/>
                <a:sym typeface="Symbol" panose="05050102010706020507" pitchFamily="18" charset="2"/>
              </a:rPr>
              <a:t> </a:t>
            </a:r>
            <a:r>
              <a:rPr lang="en-US" altLang="zh-CN" b="1" i="1" dirty="0">
                <a:solidFill>
                  <a:srgbClr val="000000"/>
                </a:solidFill>
                <a:ea typeface="宋体" pitchFamily="2" charset="-122"/>
                <a:sym typeface="Symbol" panose="05050102010706020507" pitchFamily="18" charset="2"/>
              </a:rPr>
              <a:t>p </a:t>
            </a:r>
            <a:r>
              <a:rPr lang="en-US" altLang="zh-CN" b="1" dirty="0">
                <a:solidFill>
                  <a:srgbClr val="000000"/>
                </a:solidFill>
                <a:ea typeface="宋体" pitchFamily="2" charset="-122"/>
                <a:sym typeface="Symbol" panose="05050102010706020507" pitchFamily="18" charset="2"/>
              </a:rPr>
              <a:t> </a:t>
            </a:r>
            <a:r>
              <a:rPr lang="en-US" altLang="zh-CN" sz="2400" b="1" i="1" dirty="0">
                <a:solidFill>
                  <a:schemeClr val="accent2"/>
                </a:solidFill>
                <a:ea typeface="宋体" pitchFamily="2" charset="-122"/>
                <a:sym typeface="Symbol" panose="05050102010706020507" pitchFamily="18" charset="2"/>
              </a:rPr>
              <a:t>q </a:t>
            </a:r>
          </a:p>
        </p:txBody>
      </p:sp>
      <p:sp>
        <p:nvSpPr>
          <p:cNvPr id="64517" name="Text Box 6"/>
          <p:cNvSpPr txBox="1">
            <a:spLocks noChangeArrowheads="1"/>
          </p:cNvSpPr>
          <p:nvPr/>
        </p:nvSpPr>
        <p:spPr bwMode="auto">
          <a:xfrm>
            <a:off x="533400" y="1524000"/>
            <a:ext cx="7391400" cy="831850"/>
          </a:xfrm>
          <a:prstGeom prst="rect">
            <a:avLst/>
          </a:prstGeom>
          <a:solidFill>
            <a:schemeClr val="bg1"/>
          </a:solidFill>
          <a:ln w="9525">
            <a:solidFill>
              <a:schemeClr val="tx1"/>
            </a:solidFill>
            <a:miter lim="800000"/>
          </a:ln>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50000"/>
              </a:spcBef>
              <a:buClrTx/>
              <a:buFontTx/>
              <a:buNone/>
            </a:pPr>
            <a:r>
              <a:rPr lang="en-US" altLang="zh-CN" sz="2400" dirty="0">
                <a:solidFill>
                  <a:srgbClr val="000000"/>
                </a:solidFill>
                <a:latin typeface="Times New Roman" panose="02020503050405090304" pitchFamily="18" charset="0"/>
              </a:rPr>
              <a:t>“</a:t>
            </a:r>
            <a:r>
              <a:rPr lang="en-US" altLang="zh-CN" sz="2400" dirty="0" err="1">
                <a:solidFill>
                  <a:srgbClr val="000000"/>
                </a:solidFill>
                <a:latin typeface="Times New Roman" panose="02020503050405090304" pitchFamily="18" charset="0"/>
              </a:rPr>
              <a:t>要么草坪今早没湿</a:t>
            </a:r>
            <a:r>
              <a:rPr lang="zh-CN" altLang="en-US" sz="2400" dirty="0">
                <a:solidFill>
                  <a:srgbClr val="000000"/>
                </a:solidFill>
                <a:latin typeface="Times New Roman" panose="02020503050405090304" pitchFamily="18" charset="0"/>
              </a:rPr>
              <a:t>，</a:t>
            </a:r>
            <a:r>
              <a:rPr lang="en-US" altLang="zh-CN" sz="2400" dirty="0">
                <a:solidFill>
                  <a:srgbClr val="000000"/>
                </a:solidFill>
                <a:latin typeface="Times New Roman" panose="02020503050405090304" pitchFamily="18" charset="0"/>
              </a:rPr>
              <a:t> </a:t>
            </a:r>
            <a:r>
              <a:rPr lang="en-US" altLang="zh-CN" sz="2400" dirty="0" err="1">
                <a:solidFill>
                  <a:srgbClr val="000000"/>
                </a:solidFill>
                <a:latin typeface="Times New Roman" panose="02020503050405090304" pitchFamily="18" charset="0"/>
              </a:rPr>
              <a:t>要么昨晚下雨了</a:t>
            </a:r>
            <a:r>
              <a:rPr lang="zh-CN" altLang="en-US" sz="2400" dirty="0">
                <a:solidFill>
                  <a:srgbClr val="000000"/>
                </a:solidFill>
                <a:latin typeface="Times New Roman" panose="02020503050405090304" pitchFamily="18" charset="0"/>
              </a:rPr>
              <a:t>，</a:t>
            </a:r>
            <a:r>
              <a:rPr lang="en-US" altLang="zh-CN" sz="2400" dirty="0">
                <a:solidFill>
                  <a:srgbClr val="000000"/>
                </a:solidFill>
                <a:latin typeface="Times New Roman" panose="02020503050405090304" pitchFamily="18" charset="0"/>
              </a:rPr>
              <a:t> </a:t>
            </a:r>
            <a:r>
              <a:rPr lang="en-US" altLang="zh-CN" sz="2400" dirty="0" err="1">
                <a:solidFill>
                  <a:srgbClr val="000000"/>
                </a:solidFill>
                <a:latin typeface="Times New Roman" panose="02020503050405090304" pitchFamily="18" charset="0"/>
              </a:rPr>
              <a:t>要么洒水器昨晚开了</a:t>
            </a:r>
            <a:r>
              <a:rPr lang="en-US" altLang="zh-CN" sz="2400" dirty="0">
                <a:solidFill>
                  <a:srgbClr val="000000"/>
                </a:solidFill>
                <a:latin typeface="Times New Roman" panose="02020503050405090304" pitchFamily="18" charset="0"/>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F89FF83-F5F7-4BE0-A1B5-22700A0016E4}" type="slidenum">
              <a:rPr lang="en-US" altLang="zh-CN" sz="1200">
                <a:effectLst>
                  <a:outerShdw blurRad="38100" dist="38100" dir="2700000" algn="tl">
                    <a:srgbClr val="C0C0C0"/>
                  </a:outerShdw>
                </a:effectLst>
                <a:latin typeface="Verdana" panose="020B0804030504040204" pitchFamily="34" charset="0"/>
              </a:rPr>
              <a:t>54</a:t>
            </a:fld>
            <a:endParaRPr lang="en-US" altLang="zh-CN" sz="1200">
              <a:effectLst>
                <a:outerShdw blurRad="38100" dist="38100" dir="2700000" algn="tl">
                  <a:srgbClr val="C0C0C0"/>
                </a:outerShdw>
              </a:effectLst>
              <a:latin typeface="Verdana" panose="020B0804030504040204" pitchFamily="34" charset="0"/>
            </a:endParaRPr>
          </a:p>
        </p:txBody>
      </p:sp>
      <p:sp>
        <p:nvSpPr>
          <p:cNvPr id="67587" name="Rectangle 2"/>
          <p:cNvSpPr>
            <a:spLocks noGrp="1" noChangeArrowheads="1"/>
          </p:cNvSpPr>
          <p:nvPr>
            <p:ph type="title" idx="4294967295"/>
          </p:nvPr>
        </p:nvSpPr>
        <p:spPr/>
        <p:txBody>
          <a:bodyPr/>
          <a:lstStyle/>
          <a:p>
            <a:pPr eaLnBrk="1" hangingPunct="1"/>
            <a:r>
              <a:rPr lang="en-US" altLang="zh-CN" dirty="0">
                <a:ea typeface="宋体" pitchFamily="2" charset="-122"/>
              </a:rPr>
              <a:t>示例 3</a:t>
            </a:r>
          </a:p>
        </p:txBody>
      </p:sp>
      <p:sp>
        <p:nvSpPr>
          <p:cNvPr id="67588" name="Rectangle 3"/>
          <p:cNvSpPr>
            <a:spLocks noGrp="1" noChangeArrowheads="1"/>
          </p:cNvSpPr>
          <p:nvPr>
            <p:ph type="body" idx="4294967295"/>
          </p:nvPr>
        </p:nvSpPr>
        <p:spPr/>
        <p:txBody>
          <a:bodyPr/>
          <a:lstStyle/>
          <a:p>
            <a:pPr eaLnBrk="1" hangingPunct="1"/>
            <a:r>
              <a:rPr lang="en-US" altLang="zh-CN" sz="2800" dirty="0">
                <a:solidFill>
                  <a:srgbClr val="000000"/>
                </a:solidFill>
                <a:latin typeface="Times New Roman" panose="02020503050405090304" pitchFamily="18" charset="0"/>
                <a:ea typeface="宋体" pitchFamily="2" charset="-122"/>
              </a:rPr>
              <a:t>使用逻辑连接词来表达 "文件系统已满时无法发送自动回复 "这一规范。</a:t>
            </a:r>
          </a:p>
          <a:p>
            <a:pPr eaLnBrk="1" hangingPunct="1"/>
            <a:r>
              <a:rPr lang="en-US" altLang="zh-CN" sz="2800" b="1" dirty="0">
                <a:solidFill>
                  <a:schemeClr val="tx2"/>
                </a:solidFill>
                <a:ea typeface="宋体" pitchFamily="2" charset="-122"/>
              </a:rPr>
              <a:t>解</a:t>
            </a:r>
            <a:r>
              <a:rPr lang="zh-CN" altLang="en-US" sz="2800" b="1" dirty="0">
                <a:solidFill>
                  <a:schemeClr val="tx2"/>
                </a:solidFill>
                <a:ea typeface="宋体" pitchFamily="2" charset="-122"/>
              </a:rPr>
              <a:t>：</a:t>
            </a:r>
            <a:endParaRPr lang="en-US" altLang="zh-CN" sz="2800" b="1" dirty="0">
              <a:solidFill>
                <a:schemeClr val="tx2"/>
              </a:solidFill>
              <a:ea typeface="宋体" pitchFamily="2" charset="-122"/>
            </a:endParaRPr>
          </a:p>
          <a:p>
            <a:pPr eaLnBrk="1" hangingPunct="1">
              <a:buFont typeface="Wingdings" panose="05000000000000000000" pitchFamily="2" charset="2"/>
              <a:buNone/>
            </a:pPr>
            <a:r>
              <a:rPr lang="en-US" altLang="zh-CN" sz="2800" dirty="0">
                <a:solidFill>
                  <a:schemeClr val="tx2"/>
                </a:solidFill>
                <a:ea typeface="宋体" pitchFamily="2" charset="-122"/>
              </a:rPr>
              <a:t>    让 p 表示 "</a:t>
            </a:r>
            <a:r>
              <a:rPr lang="en-US" altLang="zh-CN" sz="2800" dirty="0">
                <a:solidFill>
                  <a:srgbClr val="000000"/>
                </a:solidFill>
                <a:latin typeface="Times New Roman" panose="02020503050405090304" pitchFamily="18" charset="0"/>
                <a:ea typeface="宋体" pitchFamily="2" charset="-122"/>
              </a:rPr>
              <a:t>可以发送自动回复</a:t>
            </a:r>
            <a:r>
              <a:rPr lang="en-US" altLang="zh-CN" sz="2800" dirty="0">
                <a:solidFill>
                  <a:schemeClr val="tx2"/>
                </a:solidFill>
                <a:ea typeface="宋体" pitchFamily="2" charset="-122"/>
              </a:rPr>
              <a:t>"、</a:t>
            </a:r>
          </a:p>
          <a:p>
            <a:pPr eaLnBrk="1" hangingPunct="1">
              <a:buFont typeface="Wingdings" panose="05000000000000000000" pitchFamily="2" charset="2"/>
              <a:buNone/>
            </a:pPr>
            <a:r>
              <a:rPr lang="en-US" altLang="zh-CN" sz="2800" dirty="0">
                <a:solidFill>
                  <a:schemeClr val="tx2"/>
                </a:solidFill>
                <a:ea typeface="宋体" pitchFamily="2" charset="-122"/>
              </a:rPr>
              <a:t>   和 q 表示 "</a:t>
            </a:r>
            <a:r>
              <a:rPr lang="en-US" altLang="zh-CN" sz="2800" dirty="0">
                <a:solidFill>
                  <a:srgbClr val="000000"/>
                </a:solidFill>
                <a:latin typeface="Times New Roman" panose="02020503050405090304" pitchFamily="18" charset="0"/>
                <a:ea typeface="宋体" pitchFamily="2" charset="-122"/>
              </a:rPr>
              <a:t>文件系统已满</a:t>
            </a:r>
            <a:r>
              <a:rPr lang="en-US" altLang="zh-CN" sz="2800" dirty="0">
                <a:solidFill>
                  <a:schemeClr val="tx2"/>
                </a:solidFill>
                <a:ea typeface="宋体" pitchFamily="2" charset="-122"/>
              </a:rPr>
              <a:t>"。</a:t>
            </a:r>
          </a:p>
          <a:p>
            <a:pPr eaLnBrk="1" hangingPunct="1">
              <a:buFont typeface="Wingdings" panose="05000000000000000000" pitchFamily="2" charset="2"/>
              <a:buNone/>
            </a:pPr>
            <a:endParaRPr lang="en-US" altLang="zh-CN" sz="2800" dirty="0">
              <a:solidFill>
                <a:schemeClr val="tx2"/>
              </a:solidFill>
              <a:ea typeface="宋体" pitchFamily="2" charset="-122"/>
            </a:endParaRPr>
          </a:p>
          <a:p>
            <a:pPr eaLnBrk="1" hangingPunct="1">
              <a:buFont typeface="Wingdings" panose="05000000000000000000" pitchFamily="2" charset="2"/>
              <a:buNone/>
            </a:pPr>
            <a:r>
              <a:rPr lang="en-US" altLang="zh-CN" dirty="0">
                <a:ea typeface="宋体" pitchFamily="2" charset="-122"/>
              </a:rPr>
              <a:t>这句话可以表示</a:t>
            </a:r>
            <a:r>
              <a:rPr lang="en-US" altLang="zh-CN" b="1" dirty="0">
                <a:solidFill>
                  <a:schemeClr val="accent2"/>
                </a:solidFill>
                <a:ea typeface="宋体" pitchFamily="2" charset="-122"/>
              </a:rPr>
              <a:t>为  </a:t>
            </a:r>
          </a:p>
          <a:p>
            <a:pPr algn="ctr" eaLnBrk="1" hangingPunct="1">
              <a:buFont typeface="Wingdings" panose="05000000000000000000" pitchFamily="2" charset="2"/>
              <a:buNone/>
            </a:pPr>
            <a:r>
              <a:rPr lang="en-US" altLang="zh-CN" b="1" dirty="0">
                <a:solidFill>
                  <a:srgbClr val="000000"/>
                </a:solidFill>
                <a:ea typeface="宋体" pitchFamily="2" charset="-122"/>
              </a:rPr>
              <a:t>q </a:t>
            </a:r>
            <a:r>
              <a:rPr lang="en-US" altLang="zh-CN" b="1" dirty="0">
                <a:solidFill>
                  <a:srgbClr val="000000"/>
                </a:solidFill>
                <a:ea typeface="宋体" pitchFamily="2" charset="-122"/>
                <a:sym typeface="Symbol" panose="05050102010706020507" pitchFamily="18" charset="2"/>
              </a:rPr>
              <a:t></a:t>
            </a:r>
            <a:r>
              <a:rPr lang="en-US" altLang="zh-CN" b="1" dirty="0">
                <a:solidFill>
                  <a:srgbClr val="000000"/>
                </a:solidFill>
                <a:ea typeface="宋体" pitchFamily="2" charset="-122"/>
              </a:rPr>
              <a:t> ¬p</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E5DBF2D2-D522-4B2A-AD45-A00678E8BF23}" type="slidenum">
              <a:rPr lang="en-US" altLang="zh-CN" sz="1200">
                <a:effectLst>
                  <a:outerShdw blurRad="38100" dist="38100" dir="2700000" algn="tl">
                    <a:srgbClr val="C0C0C0"/>
                  </a:outerShdw>
                </a:effectLst>
                <a:latin typeface="Verdana" panose="020B0804030504040204" pitchFamily="34" charset="0"/>
              </a:rPr>
              <a:t>55</a:t>
            </a:fld>
            <a:endParaRPr lang="en-US" altLang="zh-CN" sz="1200">
              <a:effectLst>
                <a:outerShdw blurRad="38100" dist="38100" dir="2700000" algn="tl">
                  <a:srgbClr val="C0C0C0"/>
                </a:outerShdw>
              </a:effectLst>
              <a:latin typeface="Verdana" panose="020B0804030504040204" pitchFamily="34" charset="0"/>
            </a:endParaRPr>
          </a:p>
        </p:txBody>
      </p:sp>
      <p:sp>
        <p:nvSpPr>
          <p:cNvPr id="68611" name="Rectangle 2"/>
          <p:cNvSpPr>
            <a:spLocks noGrp="1" noChangeArrowheads="1"/>
          </p:cNvSpPr>
          <p:nvPr>
            <p:ph type="title" idx="4294967295"/>
          </p:nvPr>
        </p:nvSpPr>
        <p:spPr/>
        <p:txBody>
          <a:bodyPr/>
          <a:lstStyle/>
          <a:p>
            <a:pPr eaLnBrk="1" hangingPunct="1"/>
            <a:r>
              <a:rPr lang="en-US" altLang="zh-CN" dirty="0">
                <a:ea typeface="宋体" pitchFamily="2" charset="-122"/>
              </a:rPr>
              <a:t>示例 4：语言处理的语句</a:t>
            </a:r>
          </a:p>
        </p:txBody>
      </p:sp>
      <p:sp>
        <p:nvSpPr>
          <p:cNvPr id="62467" name="Rectangle 3"/>
          <p:cNvSpPr>
            <a:spLocks noGrp="1"/>
          </p:cNvSpPr>
          <p:nvPr>
            <p:ph type="body" idx="4294967295"/>
          </p:nvPr>
        </p:nvSpPr>
        <p:spPr/>
        <p:txBody>
          <a:bodyPr/>
          <a:lstStyle/>
          <a:p>
            <a:pPr eaLnBrk="1" hangingPunct="1">
              <a:defRPr/>
            </a:pPr>
            <a:r>
              <a:rPr lang="en-US" altLang="zh-CN" sz="2400" noProof="1">
                <a:solidFill>
                  <a:srgbClr val="000000"/>
                </a:solidFill>
                <a:latin typeface="Times New Roman" panose="02020503050405090304" pitchFamily="18" charset="0"/>
                <a:ea typeface="宋体" pitchFamily="2" charset="-122"/>
              </a:rPr>
              <a:t>计算机不能够处理中文语言处理，对自然语言进行处理时必须先将语句转为符号化才能利用计算机进行进一步处理操作，语句可以表示成由命题变量和逻辑联结词组成的表达式，把语句翻译成复合命题，这样翻译时需要根据语句的含义做一些合理的假设，一旦完成了从语句到逻辑表达式的翻译，我们就能够反洗这些逻辑表达式以确定它们的真值来继续对它们进行语言处理的其它操作。</a:t>
            </a:r>
            <a:endParaRPr lang="en-US" altLang="zh-CN" sz="2800" noProof="1">
              <a:solidFill>
                <a:srgbClr val="000000"/>
              </a:solidFill>
              <a:latin typeface="Times New Roman" panose="02020503050405090304" pitchFamily="18" charset="0"/>
              <a:ea typeface="宋体" pitchFamily="2" charset="-122"/>
            </a:endParaRPr>
          </a:p>
          <a:p>
            <a:pPr marL="0" indent="0" eaLnBrk="1" hangingPunct="1">
              <a:buFont typeface="Wingdings" panose="05000000000000000000" pitchFamily="2" charset="2"/>
              <a:buNone/>
              <a:defRPr/>
            </a:pPr>
            <a:endParaRPr lang="en-US" altLang="zh-CN" b="1" noProof="1">
              <a:solidFill>
                <a:srgbClr val="000000"/>
              </a:solidFill>
              <a:ea typeface="宋体" pitchFamily="2" charset="-122"/>
            </a:endParaRPr>
          </a:p>
        </p:txBody>
      </p:sp>
      <p:grpSp>
        <p:nvGrpSpPr>
          <p:cNvPr id="68613" name="画布 1"/>
          <p:cNvGrpSpPr/>
          <p:nvPr/>
        </p:nvGrpSpPr>
        <p:grpSpPr bwMode="auto">
          <a:xfrm>
            <a:off x="1924050" y="4187825"/>
            <a:ext cx="5495925" cy="1847850"/>
            <a:chOff x="0" y="0"/>
            <a:chExt cx="5274310" cy="1600201"/>
          </a:xfrm>
        </p:grpSpPr>
        <p:sp>
          <p:nvSpPr>
            <p:cNvPr id="68614" name="画布 1"/>
            <p:cNvSpPr>
              <a:spLocks noChangeAspect="1" noChangeArrowheads="1"/>
            </p:cNvSpPr>
            <p:nvPr/>
          </p:nvSpPr>
          <p:spPr bwMode="auto">
            <a:xfrm>
              <a:off x="0" y="0"/>
              <a:ext cx="527431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4" name="椭圆 2"/>
            <p:cNvSpPr/>
            <p:nvPr/>
          </p:nvSpPr>
          <p:spPr>
            <a:xfrm>
              <a:off x="335167" y="312067"/>
              <a:ext cx="1142615" cy="1044805"/>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just" eaLnBrk="1" hangingPunct="1">
                <a:lnSpc>
                  <a:spcPct val="150000"/>
                </a:lnSpc>
                <a:defRPr/>
              </a:pPr>
              <a:r>
                <a:rPr lang="en-US" altLang="zh-CN" kern="100" noProof="1">
                  <a:latin typeface="等线" panose="02010600030101010101" charset="-122"/>
                  <a:ea typeface="宋体" pitchFamily="2" charset="-122"/>
                  <a:cs typeface="Times New Roman" panose="02020503050405090304"/>
                  <a:sym typeface="Times New Roman" panose="02020503050405090304"/>
                </a:rPr>
                <a:t>自 然 語 言</a:t>
              </a:r>
            </a:p>
          </p:txBody>
        </p:sp>
        <p:sp>
          <p:nvSpPr>
            <p:cNvPr id="5" name="矩形 3"/>
            <p:cNvSpPr/>
            <p:nvPr/>
          </p:nvSpPr>
          <p:spPr>
            <a:xfrm>
              <a:off x="2094794" y="327189"/>
              <a:ext cx="1311721" cy="102143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just" eaLnBrk="1" hangingPunct="1">
                <a:lnSpc>
                  <a:spcPct val="150000"/>
                </a:lnSpc>
                <a:defRPr/>
              </a:pPr>
              <a:r>
                <a:rPr lang="en-US" altLang="zh-CN" sz="1600" kern="100" noProof="1">
                  <a:latin typeface="等线" panose="02010600030101010101" charset="-122"/>
                  <a:ea typeface="宋体" pitchFamily="2" charset="-122"/>
                  <a:cs typeface="Times New Roman" panose="02020503050405090304"/>
                  <a:sym typeface="Times New Roman" panose="02020503050405090304"/>
                </a:rPr>
                <a:t>命题变量及逻辑联结词分析</a:t>
              </a:r>
            </a:p>
          </p:txBody>
        </p:sp>
        <p:sp>
          <p:nvSpPr>
            <p:cNvPr id="6" name="椭圆 4"/>
            <p:cNvSpPr/>
            <p:nvPr/>
          </p:nvSpPr>
          <p:spPr>
            <a:xfrm>
              <a:off x="3970206" y="274949"/>
              <a:ext cx="1142615" cy="1112168"/>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just" eaLnBrk="1" hangingPunct="1">
                <a:lnSpc>
                  <a:spcPct val="150000"/>
                </a:lnSpc>
                <a:defRPr/>
              </a:pPr>
              <a:r>
                <a:rPr lang="en-US" altLang="zh-CN" kern="100" noProof="1">
                  <a:latin typeface="等线" panose="02010600030101010101" charset="-122"/>
                  <a:ea typeface="宋体" pitchFamily="2" charset="-122"/>
                  <a:cs typeface="Times New Roman" panose="02020503050405090304"/>
                  <a:sym typeface="Times New Roman" panose="02020503050405090304"/>
                </a:rPr>
                <a:t>复 合 命 题</a:t>
              </a:r>
            </a:p>
          </p:txBody>
        </p:sp>
        <p:cxnSp>
          <p:nvCxnSpPr>
            <p:cNvPr id="7" name="直接箭头连接符 5"/>
            <p:cNvCxnSpPr>
              <a:stCxn id="4" idx="6"/>
              <a:endCxn id="5" idx="1"/>
            </p:cNvCxnSpPr>
            <p:nvPr/>
          </p:nvCxnSpPr>
          <p:spPr>
            <a:xfrm>
              <a:off x="1477782" y="834470"/>
              <a:ext cx="617012" cy="4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6"/>
            <p:cNvCxnSpPr>
              <a:stCxn id="4" idx="6"/>
              <a:endCxn id="6" idx="2"/>
            </p:cNvCxnSpPr>
            <p:nvPr/>
          </p:nvCxnSpPr>
          <p:spPr>
            <a:xfrm flipV="1">
              <a:off x="3421751" y="830345"/>
              <a:ext cx="548455" cy="8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7CBD8333-1469-4A83-991A-6C661405F353}" type="slidenum">
              <a:rPr lang="en-US" altLang="zh-CN" sz="1200">
                <a:effectLst>
                  <a:outerShdw blurRad="38100" dist="38100" dir="2700000" algn="tl">
                    <a:srgbClr val="C0C0C0"/>
                  </a:outerShdw>
                </a:effectLst>
                <a:latin typeface="Verdana" panose="020B0804030504040204" pitchFamily="34" charset="0"/>
              </a:rPr>
              <a:t>56</a:t>
            </a:fld>
            <a:endParaRPr lang="en-US" altLang="zh-CN" sz="1200">
              <a:effectLst>
                <a:outerShdw blurRad="38100" dist="38100" dir="2700000" algn="tl">
                  <a:srgbClr val="C0C0C0"/>
                </a:outerShdw>
              </a:effectLst>
              <a:latin typeface="Verdana" panose="020B0804030504040204" pitchFamily="34" charset="0"/>
            </a:endParaRPr>
          </a:p>
        </p:txBody>
      </p:sp>
      <p:sp>
        <p:nvSpPr>
          <p:cNvPr id="69635" name="Rectangle 2"/>
          <p:cNvSpPr>
            <a:spLocks noGrp="1" noChangeArrowheads="1"/>
          </p:cNvSpPr>
          <p:nvPr>
            <p:ph type="title" idx="4294967295"/>
          </p:nvPr>
        </p:nvSpPr>
        <p:spPr/>
        <p:txBody>
          <a:bodyPr/>
          <a:lstStyle/>
          <a:p>
            <a:pPr eaLnBrk="1" hangingPunct="1"/>
            <a:r>
              <a:rPr lang="en-US" altLang="zh-CN">
                <a:ea typeface="宋体" pitchFamily="2" charset="-122"/>
              </a:rPr>
              <a:t>例 5：语言处理的语句</a:t>
            </a:r>
          </a:p>
        </p:txBody>
      </p:sp>
      <p:sp>
        <p:nvSpPr>
          <p:cNvPr id="62467" name="Rectangle 3"/>
          <p:cNvSpPr>
            <a:spLocks noGrp="1"/>
          </p:cNvSpPr>
          <p:nvPr>
            <p:ph type="body" idx="4294967295"/>
          </p:nvPr>
        </p:nvSpPr>
        <p:spPr>
          <a:xfrm>
            <a:off x="457200" y="1657350"/>
            <a:ext cx="8229600" cy="4879975"/>
          </a:xfrm>
        </p:spPr>
        <p:txBody>
          <a:bodyPr/>
          <a:lstStyle/>
          <a:p>
            <a:pPr eaLnBrk="1" hangingPunct="1">
              <a:defRPr/>
            </a:pPr>
            <a:r>
              <a:rPr lang="en-US" altLang="zh-CN" sz="2400" noProof="1">
                <a:solidFill>
                  <a:srgbClr val="000000"/>
                </a:solidFill>
                <a:latin typeface="Times New Roman" panose="02020503050405090304" pitchFamily="18" charset="0"/>
                <a:ea typeface="宋体" pitchFamily="2" charset="-122"/>
              </a:rPr>
              <a:t>自然语言案例：“</a:t>
            </a:r>
            <a:r>
              <a:rPr lang="zh-CN" altLang="en-US" sz="2400" noProof="1">
                <a:solidFill>
                  <a:srgbClr val="000000"/>
                </a:solidFill>
                <a:latin typeface="Times New Roman" panose="02020503050405090304" pitchFamily="18" charset="0"/>
                <a:ea typeface="宋体" pitchFamily="2" charset="-122"/>
              </a:rPr>
              <a:t>如果你没有预约，那么你不能进入餐厅，除非你是餐厅会员</a:t>
            </a:r>
            <a:r>
              <a:rPr lang="en-US" altLang="zh-CN" sz="2400" noProof="1">
                <a:solidFill>
                  <a:srgbClr val="000000"/>
                </a:solidFill>
                <a:latin typeface="Times New Roman" panose="02020503050405090304" pitchFamily="18" charset="0"/>
                <a:ea typeface="宋体" pitchFamily="2" charset="-122"/>
              </a:rPr>
              <a:t>"。</a:t>
            </a:r>
          </a:p>
          <a:p>
            <a:pPr marL="0" indent="0" eaLnBrk="1" hangingPunct="1">
              <a:buFont typeface="Wingdings" panose="05000000000000000000" pitchFamily="2" charset="2"/>
              <a:buNone/>
              <a:defRPr/>
            </a:pPr>
            <a:endParaRPr lang="en-US" altLang="zh-CN" b="1" noProof="1">
              <a:solidFill>
                <a:srgbClr val="000000"/>
              </a:solidFill>
              <a:ea typeface="宋体" pitchFamily="2" charset="-122"/>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70" y="3352802"/>
            <a:ext cx="5675074" cy="236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7DF4807-9924-4B5E-95D4-F9996B47D22B}" type="slidenum">
              <a:rPr lang="en-US" altLang="zh-CN" sz="1200">
                <a:effectLst>
                  <a:outerShdw blurRad="38100" dist="38100" dir="2700000" algn="tl">
                    <a:srgbClr val="C0C0C0"/>
                  </a:outerShdw>
                </a:effectLst>
                <a:latin typeface="Verdana" panose="020B0804030504040204" pitchFamily="34" charset="0"/>
              </a:rPr>
              <a:t>57</a:t>
            </a:fld>
            <a:endParaRPr lang="en-US" altLang="zh-CN" sz="1200">
              <a:effectLst>
                <a:outerShdw blurRad="38100" dist="38100" dir="2700000" algn="tl">
                  <a:srgbClr val="C0C0C0"/>
                </a:outerShdw>
              </a:effectLst>
              <a:latin typeface="Verdana" panose="020B0804030504040204" pitchFamily="34" charset="0"/>
            </a:endParaRPr>
          </a:p>
        </p:txBody>
      </p:sp>
      <p:sp>
        <p:nvSpPr>
          <p:cNvPr id="119811" name="Rectangle 2"/>
          <p:cNvSpPr>
            <a:spLocks noGrp="1" noChangeArrowheads="1"/>
          </p:cNvSpPr>
          <p:nvPr>
            <p:ph type="title" idx="4294967295"/>
          </p:nvPr>
        </p:nvSpPr>
        <p:spPr/>
        <p:txBody>
          <a:bodyPr/>
          <a:lstStyle/>
          <a:p>
            <a:pPr eaLnBrk="1" hangingPunct="1"/>
            <a:r>
              <a:rPr lang="en-US" altLang="zh-CN" sz="2800">
                <a:ea typeface="宋体" pitchFamily="2" charset="-122"/>
              </a:rPr>
              <a:t>练习</a:t>
            </a:r>
          </a:p>
        </p:txBody>
      </p:sp>
      <mc:AlternateContent xmlns:mc="http://schemas.openxmlformats.org/markup-compatibility/2006">
        <mc:Choice xmlns:a14="http://schemas.microsoft.com/office/drawing/2010/main" Requires="a14">
          <p:sp>
            <p:nvSpPr>
              <p:cNvPr id="119812" name="Rectangle 3"/>
              <p:cNvSpPr>
                <a:spLocks noGrp="1" noChangeArrowheads="1"/>
              </p:cNvSpPr>
              <p:nvPr>
                <p:ph type="body" idx="4294967295"/>
              </p:nvPr>
            </p:nvSpPr>
            <p:spPr>
              <a:xfrm>
                <a:off x="0" y="1447800"/>
                <a:ext cx="9145588" cy="4725988"/>
              </a:xfrm>
            </p:spPr>
            <p:txBody>
              <a:bodyPr/>
              <a:lstStyle/>
              <a:p>
                <a:pPr algn="just"/>
                <a:r>
                  <a:rPr lang="en-US" altLang="zh-CN" dirty="0">
                    <a:ea typeface="宋体" pitchFamily="2" charset="-122"/>
                  </a:rPr>
                  <a:t>12.设 l 是</a:t>
                </a:r>
                <a:r>
                  <a:rPr lang="zh-CN" altLang="en-US" dirty="0">
                    <a:ea typeface="宋体" pitchFamily="2" charset="-122"/>
                  </a:rPr>
                  <a:t>“</a:t>
                </a:r>
                <a:r>
                  <a:rPr lang="en-US" altLang="zh-CN" dirty="0" err="1">
                    <a:ea typeface="宋体" pitchFamily="2" charset="-122"/>
                  </a:rPr>
                  <a:t>露易丝工作到很晚</a:t>
                </a:r>
                <a:r>
                  <a:rPr lang="zh-CN" altLang="en-US" dirty="0">
                    <a:ea typeface="宋体" pitchFamily="2" charset="-122"/>
                  </a:rPr>
                  <a:t>”</a:t>
                </a:r>
                <a:r>
                  <a:rPr lang="en-US" altLang="zh-CN" dirty="0">
                    <a:ea typeface="宋体" pitchFamily="2" charset="-122"/>
                  </a:rPr>
                  <a:t>，j 是</a:t>
                </a:r>
                <a:r>
                  <a:rPr lang="zh-CN" altLang="en-US" dirty="0">
                    <a:ea typeface="宋体" pitchFamily="2" charset="-122"/>
                  </a:rPr>
                  <a:t>“</a:t>
                </a:r>
                <a:r>
                  <a:rPr lang="en-US" altLang="zh-CN" dirty="0" err="1">
                    <a:ea typeface="宋体" pitchFamily="2" charset="-122"/>
                  </a:rPr>
                  <a:t>约翰工作到很晚</a:t>
                </a:r>
                <a:r>
                  <a:rPr lang="zh-CN" altLang="en-US" dirty="0">
                    <a:ea typeface="宋体" pitchFamily="2" charset="-122"/>
                  </a:rPr>
                  <a:t>”</a:t>
                </a:r>
                <a:r>
                  <a:rPr lang="en-US" altLang="zh-CN" dirty="0">
                    <a:ea typeface="宋体" pitchFamily="2" charset="-122"/>
                  </a:rPr>
                  <a:t>，</a:t>
                </a:r>
                <a:r>
                  <a:rPr lang="en-US" altLang="zh-CN" dirty="0" err="1">
                    <a:ea typeface="宋体" pitchFamily="2" charset="-122"/>
                  </a:rPr>
                  <a:t>e是</a:t>
                </a:r>
                <a:r>
                  <a:rPr lang="zh-CN" altLang="en-US" dirty="0">
                    <a:ea typeface="宋体" pitchFamily="2" charset="-122"/>
                  </a:rPr>
                  <a:t>“</a:t>
                </a:r>
                <a:r>
                  <a:rPr lang="en-US" altLang="zh-CN" dirty="0" err="1">
                    <a:ea typeface="宋体" pitchFamily="2" charset="-122"/>
                  </a:rPr>
                  <a:t>他们会在家吃饭</a:t>
                </a:r>
                <a:r>
                  <a:rPr lang="zh-CN" altLang="en-US" dirty="0">
                    <a:ea typeface="宋体" pitchFamily="2" charset="-122"/>
                  </a:rPr>
                  <a:t>。”。</a:t>
                </a:r>
                <a:r>
                  <a:rPr lang="en-US" altLang="zh-CN" dirty="0" err="1">
                    <a:ea typeface="宋体" pitchFamily="2" charset="-122"/>
                  </a:rPr>
                  <a:t>考虑命题</a:t>
                </a:r>
                <a:r>
                  <a:rPr lang="zh-CN" altLang="en-US" dirty="0">
                    <a:ea typeface="宋体" pitchFamily="2" charset="-122"/>
                  </a:rPr>
                  <a:t>“</a:t>
                </a:r>
                <a:r>
                  <a:rPr lang="en-US" altLang="zh-CN" dirty="0" err="1">
                    <a:ea typeface="宋体" pitchFamily="2" charset="-122"/>
                  </a:rPr>
                  <a:t>如果露易丝或约翰不加班，那么他们会在家里吃饭</a:t>
                </a:r>
                <a:r>
                  <a:rPr lang="en-US" altLang="zh-CN" dirty="0">
                    <a:ea typeface="宋体" pitchFamily="2" charset="-122"/>
                  </a:rPr>
                  <a:t>。</a:t>
                </a:r>
                <a:r>
                  <a:rPr lang="zh-CN" altLang="en-US" dirty="0">
                    <a:ea typeface="宋体" pitchFamily="2" charset="-122"/>
                  </a:rPr>
                  <a:t>”。应该如何表示</a:t>
                </a:r>
                <a:r>
                  <a:rPr lang="en-US" altLang="zh-CN" dirty="0">
                    <a:ea typeface="宋体" pitchFamily="2" charset="-122"/>
                  </a:rPr>
                  <a:t>？ </a:t>
                </a:r>
              </a:p>
              <a:p>
                <a:r>
                  <a:rPr lang="en-US" altLang="zh-CN" dirty="0">
                    <a:ea typeface="宋体" pitchFamily="2" charset="-122"/>
                  </a:rPr>
                  <a:t>A.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rPr>
                      <m:t>𝑙</m:t>
                    </m:r>
                    <m:r>
                      <a:rPr lang="en-US" altLang="zh-CN" i="1" dirty="0">
                        <a:latin typeface="Cambria Math" panose="02040503050406030204"/>
                        <a:ea typeface="Cambria Math" panose="02040503050406030204"/>
                      </a:rPr>
                      <m:t>∧</m:t>
                    </m:r>
                    <m:r>
                      <a:rPr lang="en-US" altLang="zh-CN" i="1" dirty="0">
                        <a:latin typeface="Cambria Math" panose="02040503050406030204"/>
                        <a:ea typeface="宋体" pitchFamily="2" charset="-122"/>
                      </a:rPr>
                      <m:t>𝑗</m:t>
                    </m:r>
                    <m:r>
                      <a:rPr lang="en-US" altLang="zh-CN" i="1" dirty="0">
                        <a:latin typeface="Cambria Math" panose="02040503050406030204"/>
                        <a:ea typeface="宋体" pitchFamily="2" charset="-122"/>
                      </a:rPr>
                      <m:t>)¬</m:t>
                    </m:r>
                    <m:r>
                      <a:rPr lang="en-US" altLang="zh-CN" i="1" dirty="0">
                        <a:latin typeface="Cambria Math" panose="02040503050406030204"/>
                        <a:ea typeface="宋体" pitchFamily="2" charset="-122"/>
                        <a:sym typeface="Symbol" panose="05050102010706020507" pitchFamily="18" charset="2"/>
                      </a:rPr>
                      <m:t>𝑒</m:t>
                    </m:r>
                  </m:oMath>
                </a14:m>
                <a:r>
                  <a:rPr lang="en-US" altLang="zh-CN" dirty="0">
                    <a:ea typeface="宋体" pitchFamily="2" charset="-122"/>
                  </a:rPr>
                  <a:t> </a:t>
                </a:r>
              </a:p>
              <a:p>
                <a:r>
                  <a:rPr lang="en-US" altLang="zh-CN" dirty="0">
                    <a:ea typeface="宋体" pitchFamily="2" charset="-122"/>
                  </a:rPr>
                  <a:t>B.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rPr>
                      <m:t>𝑙</m:t>
                    </m:r>
                    <m:r>
                      <a:rPr lang="en-US" altLang="zh-CN" i="1" dirty="0">
                        <a:latin typeface="Cambria Math" panose="02040503050406030204"/>
                        <a:ea typeface="Cambria Math" panose="02040503050406030204"/>
                      </a:rPr>
                      <m:t>∧¬</m:t>
                    </m:r>
                    <m:r>
                      <a:rPr lang="en-US" altLang="zh-CN" i="1" dirty="0">
                        <a:latin typeface="Cambria Math" panose="02040503050406030204"/>
                        <a:ea typeface="宋体" pitchFamily="2" charset="-122"/>
                      </a:rPr>
                      <m:t>𝑗</m:t>
                    </m:r>
                    <m:r>
                      <a:rPr lang="en-US" altLang="zh-CN" i="1" dirty="0">
                        <a:latin typeface="Cambria Math" panose="02040503050406030204"/>
                        <a:ea typeface="宋体" pitchFamily="2" charset="-122"/>
                      </a:rPr>
                      <m:t>)</m:t>
                    </m:r>
                  </m:oMath>
                </a14:m>
                <a:r>
                  <a:rPr lang="en-US" altLang="zh-CN" dirty="0">
                    <a:ea typeface="宋体" pitchFamily="2" charset="-122"/>
                    <a:sym typeface="Symbol" panose="05050102010706020507" pitchFamily="18" charset="2"/>
                  </a:rPr>
                  <a:t>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sym typeface="Symbol" panose="05050102010706020507" pitchFamily="18" charset="2"/>
                      </a:rPr>
                      <m:t>𝑒</m:t>
                    </m:r>
                  </m:oMath>
                </a14:m>
                <a:r>
                  <a:rPr lang="en-US" altLang="zh-CN" dirty="0">
                    <a:ea typeface="宋体" pitchFamily="2" charset="-122"/>
                  </a:rPr>
                  <a:t>  </a:t>
                </a:r>
              </a:p>
              <a:p>
                <a:r>
                  <a:rPr lang="en-US" altLang="zh-CN" dirty="0">
                    <a:ea typeface="宋体" pitchFamily="2" charset="-122"/>
                  </a:rPr>
                  <a:t>C. </a:t>
                </a:r>
                <a14:m>
                  <m:oMath xmlns:m="http://schemas.openxmlformats.org/officeDocument/2006/math">
                    <m:r>
                      <a:rPr lang="en-US" altLang="zh-CN" i="1" dirty="0">
                        <a:latin typeface="Cambria Math" panose="02040503050406030204"/>
                        <a:ea typeface="宋体" pitchFamily="2" charset="-122"/>
                        <a:sym typeface="Symbol" panose="05050102010706020507" pitchFamily="18" charset="2"/>
                      </a:rPr>
                      <m:t>¬</m:t>
                    </m:r>
                    <m:r>
                      <a:rPr lang="en-US" altLang="zh-CN" b="0" i="1" dirty="0" smtClean="0">
                        <a:latin typeface="Cambria Math" panose="02040503050406030204"/>
                        <a:ea typeface="宋体" pitchFamily="2" charset="-122"/>
                        <a:sym typeface="Symbol" panose="05050102010706020507" pitchFamily="18" charset="2"/>
                      </a:rPr>
                      <m:t>(</m:t>
                    </m:r>
                    <m:r>
                      <a:rPr lang="en-US" altLang="zh-CN" i="1" dirty="0">
                        <a:latin typeface="Cambria Math" panose="02040503050406030204"/>
                        <a:ea typeface="宋体" pitchFamily="2" charset="-122"/>
                      </a:rPr>
                      <m:t>𝑙</m:t>
                    </m:r>
                    <m:r>
                      <a:rPr lang="en-US" altLang="zh-CN" i="1" dirty="0">
                        <a:latin typeface="Cambria Math" panose="02040503050406030204"/>
                        <a:ea typeface="Cambria Math" panose="02040503050406030204"/>
                      </a:rPr>
                      <m:t>∧</m:t>
                    </m:r>
                    <m:r>
                      <a:rPr lang="en-US" altLang="zh-CN" i="1" dirty="0">
                        <a:latin typeface="Cambria Math" panose="02040503050406030204"/>
                        <a:ea typeface="宋体" pitchFamily="2" charset="-122"/>
                      </a:rPr>
                      <m:t>𝑗</m:t>
                    </m:r>
                    <m:r>
                      <a:rPr lang="en-US" altLang="zh-CN" i="1" dirty="0">
                        <a:latin typeface="Cambria Math" panose="02040503050406030204"/>
                        <a:ea typeface="宋体" pitchFamily="2" charset="-122"/>
                      </a:rPr>
                      <m:t>)</m:t>
                    </m:r>
                    <m:r>
                      <a:rPr lang="en-US" altLang="zh-CN" b="0" i="1" dirty="0" smtClean="0">
                        <a:latin typeface="Cambria Math" panose="02040503050406030204"/>
                        <a:ea typeface="宋体" pitchFamily="2" charset="-122"/>
                        <a:sym typeface="Symbol" panose="05050102010706020507" pitchFamily="18" charset="2"/>
                      </a:rPr>
                      <m:t>𝑒</m:t>
                    </m:r>
                  </m:oMath>
                </a14:m>
                <a:r>
                  <a:rPr lang="en-US" altLang="zh-CN" dirty="0">
                    <a:ea typeface="宋体" pitchFamily="2" charset="-122"/>
                  </a:rPr>
                  <a:t>       </a:t>
                </a:r>
              </a:p>
              <a:p>
                <a:r>
                  <a:rPr lang="en-US" altLang="zh-CN" dirty="0">
                    <a:ea typeface="宋体" pitchFamily="2" charset="-122"/>
                  </a:rPr>
                  <a:t>D. </a:t>
                </a:r>
                <a14:m>
                  <m:oMath xmlns:m="http://schemas.openxmlformats.org/officeDocument/2006/math">
                    <m:r>
                      <a:rPr lang="en-US" altLang="zh-CN" i="1" dirty="0" smtClean="0">
                        <a:latin typeface="Cambria Math" panose="02040503050406030204"/>
                        <a:ea typeface="宋体" pitchFamily="2" charset="-122"/>
                      </a:rPr>
                      <m:t>𝑒</m:t>
                    </m:r>
                    <m:r>
                      <a:rPr lang="en-US" altLang="zh-CN" i="1" dirty="0">
                        <a:latin typeface="Cambria Math" panose="02040503050406030204"/>
                        <a:ea typeface="宋体" pitchFamily="2" charset="-122"/>
                        <a:sym typeface="Symbol" panose="05050102010706020507" pitchFamily="18" charset="2"/>
                      </a:rPr>
                      <m:t></m:t>
                    </m:r>
                    <m:r>
                      <a:rPr lang="en-US" altLang="zh-CN" i="1" dirty="0" smtClean="0">
                        <a:latin typeface="Cambria Math" panose="02040503050406030204"/>
                        <a:ea typeface="宋体" pitchFamily="2" charset="-122"/>
                      </a:rPr>
                      <m:t>(¬</m:t>
                    </m:r>
                    <m:r>
                      <a:rPr lang="en-US" altLang="zh-CN" i="1" dirty="0">
                        <a:latin typeface="Cambria Math" panose="02040503050406030204"/>
                        <a:ea typeface="宋体" pitchFamily="2" charset="-122"/>
                      </a:rPr>
                      <m:t>𝑙</m:t>
                    </m:r>
                    <m:r>
                      <a:rPr lang="en-US" altLang="zh-CN" i="1" dirty="0" smtClean="0">
                        <a:latin typeface="Cambria Math" panose="02040503050406030204"/>
                        <a:ea typeface="Cambria Math" panose="02040503050406030204"/>
                      </a:rPr>
                      <m:t>∧¬</m:t>
                    </m:r>
                    <m:r>
                      <a:rPr lang="en-US" altLang="zh-CN" i="1" dirty="0">
                        <a:latin typeface="Cambria Math" panose="02040503050406030204"/>
                        <a:ea typeface="宋体" pitchFamily="2" charset="-122"/>
                      </a:rPr>
                      <m:t>𝑗</m:t>
                    </m:r>
                    <m:r>
                      <a:rPr lang="en-US" altLang="zh-CN" i="1" dirty="0">
                        <a:latin typeface="Cambria Math" panose="02040503050406030204"/>
                        <a:ea typeface="宋体" pitchFamily="2" charset="-122"/>
                      </a:rPr>
                      <m:t>)</m:t>
                    </m:r>
                  </m:oMath>
                </a14:m>
                <a:endParaRPr lang="en-US" altLang="zh-CN" sz="2400" dirty="0">
                  <a:ea typeface="宋体" pitchFamily="2" charset="-122"/>
                </a:endParaRPr>
              </a:p>
            </p:txBody>
          </p:sp>
        </mc:Choice>
        <mc:Fallback>
          <p:sp>
            <p:nvSpPr>
              <p:cNvPr id="119812" name="Rectangle 3"/>
              <p:cNvSpPr>
                <a:spLocks noGrp="1" noRot="1" noChangeAspect="1" noMove="1" noResize="1" noEditPoints="1" noAdjustHandles="1" noChangeArrowheads="1" noChangeShapeType="1" noTextEdit="1"/>
              </p:cNvSpPr>
              <p:nvPr>
                <p:ph type="body" idx="4294967295"/>
              </p:nvPr>
            </p:nvSpPr>
            <p:spPr>
              <a:xfrm>
                <a:off x="0" y="1447800"/>
                <a:ext cx="9145588" cy="4725988"/>
              </a:xfrm>
              <a:blipFill>
                <a:blip r:embed="rId2"/>
                <a:stretch>
                  <a:fillRect l="-1667" t="-2145" r="-1667"/>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C65BCDB-22F9-48B1-9059-EBACBA4300B6}" type="slidenum">
              <a:rPr lang="en-US" altLang="zh-CN" sz="1200">
                <a:effectLst>
                  <a:outerShdw blurRad="38100" dist="38100" dir="2700000" algn="tl">
                    <a:srgbClr val="C0C0C0"/>
                  </a:outerShdw>
                </a:effectLst>
                <a:latin typeface="Verdana" panose="020B0804030504040204" pitchFamily="34" charset="0"/>
              </a:rPr>
              <a:t>58</a:t>
            </a:fld>
            <a:endParaRPr lang="en-US" altLang="zh-CN" sz="1200">
              <a:effectLst>
                <a:outerShdw blurRad="38100" dist="38100" dir="2700000" algn="tl">
                  <a:srgbClr val="C0C0C0"/>
                </a:outerShdw>
              </a:effectLst>
              <a:latin typeface="Verdana" panose="020B0804030504040204" pitchFamily="34" charset="0"/>
            </a:endParaRPr>
          </a:p>
        </p:txBody>
      </p:sp>
      <p:sp>
        <p:nvSpPr>
          <p:cNvPr id="70659" name="Rectangle 2"/>
          <p:cNvSpPr>
            <a:spLocks noGrp="1" noChangeArrowheads="1"/>
          </p:cNvSpPr>
          <p:nvPr>
            <p:ph type="title" idx="4294967295"/>
          </p:nvPr>
        </p:nvSpPr>
        <p:spPr/>
        <p:txBody>
          <a:bodyPr/>
          <a:lstStyle/>
          <a:p>
            <a:pPr eaLnBrk="1" hangingPunct="1"/>
            <a:endParaRPr lang="zh-CN" altLang="zh-CN">
              <a:ea typeface="宋体" pitchFamily="2" charset="-122"/>
            </a:endParaRPr>
          </a:p>
        </p:txBody>
      </p:sp>
      <p:grpSp>
        <p:nvGrpSpPr>
          <p:cNvPr id="70660" name="Group 3"/>
          <p:cNvGrpSpPr/>
          <p:nvPr/>
        </p:nvGrpSpPr>
        <p:grpSpPr bwMode="auto">
          <a:xfrm>
            <a:off x="1981200" y="2819400"/>
            <a:ext cx="5029200" cy="2438400"/>
            <a:chOff x="0" y="0"/>
            <a:chExt cx="1889" cy="1009"/>
          </a:xfrm>
        </p:grpSpPr>
        <p:grpSp>
          <p:nvGrpSpPr>
            <p:cNvPr id="70662" name="Group 4"/>
            <p:cNvGrpSpPr/>
            <p:nvPr/>
          </p:nvGrpSpPr>
          <p:grpSpPr bwMode="auto">
            <a:xfrm>
              <a:off x="0" y="90"/>
              <a:ext cx="1889" cy="919"/>
              <a:chOff x="0" y="0"/>
              <a:chExt cx="1926" cy="937"/>
            </a:xfrm>
          </p:grpSpPr>
          <p:sp>
            <p:nvSpPr>
              <p:cNvPr id="70667" name="Oval 5"/>
              <p:cNvSpPr>
                <a:spLocks noChangeArrowheads="1"/>
              </p:cNvSpPr>
              <p:nvPr/>
            </p:nvSpPr>
            <p:spPr bwMode="auto">
              <a:xfrm>
                <a:off x="21" y="30"/>
                <a:ext cx="1905" cy="907"/>
              </a:xfrm>
              <a:prstGeom prst="ellipse">
                <a:avLst/>
              </a:prstGeom>
              <a:gradFill rotWithShape="1">
                <a:gsLst>
                  <a:gs pos="0">
                    <a:schemeClr val="hlink"/>
                  </a:gs>
                  <a:gs pos="100000">
                    <a:srgbClr val="4A4A7C"/>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0668" name="Oval 6"/>
              <p:cNvSpPr>
                <a:spLocks noChangeArrowheads="1"/>
              </p:cNvSpPr>
              <p:nvPr/>
            </p:nvSpPr>
            <p:spPr bwMode="auto">
              <a:xfrm>
                <a:off x="0" y="0"/>
                <a:ext cx="1905" cy="907"/>
              </a:xfrm>
              <a:prstGeom prst="ellipse">
                <a:avLst/>
              </a:prstGeom>
              <a:gradFill rotWithShape="1">
                <a:gsLst>
                  <a:gs pos="0">
                    <a:srgbClr val="D2D2FF"/>
                  </a:gs>
                  <a:gs pos="100000">
                    <a:schemeClr val="hlink"/>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70663" name="Oval 7"/>
            <p:cNvSpPr>
              <a:spLocks noChangeArrowheads="1"/>
            </p:cNvSpPr>
            <p:nvPr/>
          </p:nvSpPr>
          <p:spPr bwMode="auto">
            <a:xfrm>
              <a:off x="89" y="0"/>
              <a:ext cx="1691" cy="845"/>
            </a:xfrm>
            <a:prstGeom prst="ellipse">
              <a:avLst/>
            </a:prstGeom>
            <a:gradFill rotWithShape="1">
              <a:gsLst>
                <a:gs pos="0">
                  <a:srgbClr val="37556B"/>
                </a:gs>
                <a:gs pos="100000">
                  <a:schemeClr val="accent1"/>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0664" name="Oval 8"/>
            <p:cNvSpPr>
              <a:spLocks noChangeArrowheads="1"/>
            </p:cNvSpPr>
            <p:nvPr/>
          </p:nvSpPr>
          <p:spPr bwMode="auto">
            <a:xfrm>
              <a:off x="111" y="5"/>
              <a:ext cx="1650" cy="824"/>
            </a:xfrm>
            <a:prstGeom prst="ellipse">
              <a:avLst/>
            </a:prstGeom>
            <a:gradFill rotWithShape="1">
              <a:gsLst>
                <a:gs pos="0">
                  <a:schemeClr val="accent1">
                    <a:alpha val="0"/>
                  </a:schemeClr>
                </a:gs>
                <a:gs pos="100000">
                  <a:srgbClr val="D0E6F7"/>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0665" name="Oval 9"/>
            <p:cNvSpPr>
              <a:spLocks noChangeArrowheads="1"/>
            </p:cNvSpPr>
            <p:nvPr/>
          </p:nvSpPr>
          <p:spPr bwMode="auto">
            <a:xfrm>
              <a:off x="128" y="13"/>
              <a:ext cx="1570" cy="770"/>
            </a:xfrm>
            <a:prstGeom prst="ellipse">
              <a:avLst/>
            </a:prstGeom>
            <a:gradFill rotWithShape="1">
              <a:gsLst>
                <a:gs pos="0">
                  <a:srgbClr val="5E91B7"/>
                </a:gs>
                <a:gs pos="100000">
                  <a:schemeClr val="accent1">
                    <a:alpha val="48000"/>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0666" name="Oval 10"/>
            <p:cNvSpPr>
              <a:spLocks noChangeArrowheads="1"/>
            </p:cNvSpPr>
            <p:nvPr/>
          </p:nvSpPr>
          <p:spPr bwMode="auto">
            <a:xfrm>
              <a:off x="211" y="30"/>
              <a:ext cx="1382" cy="624"/>
            </a:xfrm>
            <a:prstGeom prst="ellipse">
              <a:avLst/>
            </a:prstGeom>
            <a:gradFill rotWithShape="1">
              <a:gsLst>
                <a:gs pos="0">
                  <a:srgbClr val="FFFFFF"/>
                </a:gs>
                <a:gs pos="100000">
                  <a:schemeClr val="accent1">
                    <a:alpha val="37999"/>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grpSp>
      <p:sp>
        <p:nvSpPr>
          <p:cNvPr id="70661" name="Rectangle 11"/>
          <p:cNvSpPr>
            <a:spLocks noGrp="1" noChangeArrowheads="1"/>
          </p:cNvSpPr>
          <p:nvPr>
            <p:ph type="body" idx="4294967295"/>
          </p:nvPr>
        </p:nvSpPr>
        <p:spPr>
          <a:xfrm>
            <a:off x="3048000" y="3505200"/>
            <a:ext cx="2971800" cy="533400"/>
          </a:xfrm>
        </p:spPr>
        <p:txBody>
          <a:bodyPr/>
          <a:lstStyle/>
          <a:p>
            <a:pPr eaLnBrk="1" hangingPunct="1">
              <a:lnSpc>
                <a:spcPct val="80000"/>
              </a:lnSpc>
            </a:pPr>
            <a:r>
              <a:rPr lang="en-US" altLang="zh-CN" sz="2800" b="1">
                <a:ea typeface="宋体" pitchFamily="2" charset="-122"/>
              </a:rPr>
              <a:t>应用</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312D1F5-80AA-4DE0-8FF2-2D6816051581}" type="slidenum">
              <a:rPr lang="en-US" altLang="zh-CN" sz="1200">
                <a:effectLst>
                  <a:outerShdw blurRad="38100" dist="38100" dir="2700000" algn="tl">
                    <a:srgbClr val="C0C0C0"/>
                  </a:outerShdw>
                </a:effectLst>
                <a:latin typeface="Verdana" panose="020B0804030504040204" pitchFamily="34" charset="0"/>
              </a:rPr>
              <a:t>59</a:t>
            </a:fld>
            <a:endParaRPr lang="en-US" altLang="zh-CN" sz="1200">
              <a:effectLst>
                <a:outerShdw blurRad="38100" dist="38100" dir="2700000" algn="tl">
                  <a:srgbClr val="C0C0C0"/>
                </a:outerShdw>
              </a:effectLst>
              <a:latin typeface="Verdana" panose="020B0804030504040204" pitchFamily="34" charset="0"/>
            </a:endParaRPr>
          </a:p>
        </p:txBody>
      </p:sp>
      <p:sp>
        <p:nvSpPr>
          <p:cNvPr id="71683" name="Rectangle 2"/>
          <p:cNvSpPr>
            <a:spLocks noGrp="1" noChangeArrowheads="1"/>
          </p:cNvSpPr>
          <p:nvPr>
            <p:ph type="title" idx="4294967295"/>
          </p:nvPr>
        </p:nvSpPr>
        <p:spPr/>
        <p:txBody>
          <a:bodyPr/>
          <a:lstStyle/>
          <a:p>
            <a:pPr eaLnBrk="1" hangingPunct="1"/>
            <a:r>
              <a:rPr lang="en-US" altLang="zh-CN" sz="2800">
                <a:ea typeface="宋体" pitchFamily="2" charset="-122"/>
              </a:rPr>
              <a:t>示例 1：逻辑谜题</a:t>
            </a:r>
          </a:p>
        </p:txBody>
      </p:sp>
      <p:grpSp>
        <p:nvGrpSpPr>
          <p:cNvPr id="71684" name="Group 12"/>
          <p:cNvGrpSpPr/>
          <p:nvPr/>
        </p:nvGrpSpPr>
        <p:grpSpPr bwMode="auto">
          <a:xfrm>
            <a:off x="762000" y="1371600"/>
            <a:ext cx="1712913" cy="1131888"/>
            <a:chOff x="0" y="0"/>
            <a:chExt cx="1079" cy="713"/>
          </a:xfrm>
        </p:grpSpPr>
        <p:sp>
          <p:nvSpPr>
            <p:cNvPr id="71728" name="Oval 4"/>
            <p:cNvSpPr>
              <a:spLocks noChangeArrowheads="1"/>
            </p:cNvSpPr>
            <p:nvPr/>
          </p:nvSpPr>
          <p:spPr bwMode="auto">
            <a:xfrm rot="-1543678">
              <a:off x="389" y="417"/>
              <a:ext cx="690" cy="197"/>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29" name="Oval 5"/>
            <p:cNvSpPr>
              <a:spLocks noChangeArrowheads="1"/>
            </p:cNvSpPr>
            <p:nvPr/>
          </p:nvSpPr>
          <p:spPr bwMode="auto">
            <a:xfrm>
              <a:off x="0" y="0"/>
              <a:ext cx="738" cy="713"/>
            </a:xfrm>
            <a:prstGeom prst="ellipse">
              <a:avLst/>
            </a:prstGeom>
            <a:gradFill rotWithShape="1">
              <a:gsLst>
                <a:gs pos="0">
                  <a:schemeClr val="accent2"/>
                </a:gs>
                <a:gs pos="100000">
                  <a:srgbClr val="193D2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71730" name="Text Box 6"/>
            <p:cNvSpPr txBox="1">
              <a:spLocks noChangeArrowheads="1"/>
            </p:cNvSpPr>
            <p:nvPr/>
          </p:nvSpPr>
          <p:spPr bwMode="auto">
            <a:xfrm>
              <a:off x="71" y="252"/>
              <a:ext cx="6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1800" b="1">
                  <a:solidFill>
                    <a:schemeClr val="bg1"/>
                  </a:solidFill>
                  <a:latin typeface="Verdana" panose="020B0804030504040204" pitchFamily="34" charset="0"/>
                </a:rPr>
                <a:t>骑士</a:t>
              </a:r>
            </a:p>
          </p:txBody>
        </p:sp>
      </p:grpSp>
      <p:grpSp>
        <p:nvGrpSpPr>
          <p:cNvPr id="71685" name="Group 13"/>
          <p:cNvGrpSpPr/>
          <p:nvPr/>
        </p:nvGrpSpPr>
        <p:grpSpPr bwMode="auto">
          <a:xfrm>
            <a:off x="4267200" y="1371600"/>
            <a:ext cx="1657350" cy="1133475"/>
            <a:chOff x="0" y="0"/>
            <a:chExt cx="1044" cy="714"/>
          </a:xfrm>
        </p:grpSpPr>
        <p:sp>
          <p:nvSpPr>
            <p:cNvPr id="71725" name="Oval 8"/>
            <p:cNvSpPr>
              <a:spLocks noChangeArrowheads="1"/>
            </p:cNvSpPr>
            <p:nvPr/>
          </p:nvSpPr>
          <p:spPr bwMode="auto">
            <a:xfrm rot="-1543678">
              <a:off x="354" y="415"/>
              <a:ext cx="690" cy="198"/>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26" name="Oval 9"/>
            <p:cNvSpPr>
              <a:spLocks noChangeArrowheads="1"/>
            </p:cNvSpPr>
            <p:nvPr/>
          </p:nvSpPr>
          <p:spPr bwMode="auto">
            <a:xfrm>
              <a:off x="0" y="0"/>
              <a:ext cx="699" cy="714"/>
            </a:xfrm>
            <a:prstGeom prst="ellipse">
              <a:avLst/>
            </a:prstGeom>
            <a:gradFill rotWithShape="1">
              <a:gsLst>
                <a:gs pos="0">
                  <a:schemeClr val="folHlink"/>
                </a:gs>
                <a:gs pos="100000">
                  <a:srgbClr val="343434"/>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b="1"/>
            </a:p>
          </p:txBody>
        </p:sp>
        <p:sp>
          <p:nvSpPr>
            <p:cNvPr id="71727" name="Text Box 10"/>
            <p:cNvSpPr txBox="1">
              <a:spLocks noChangeArrowheads="1"/>
            </p:cNvSpPr>
            <p:nvPr/>
          </p:nvSpPr>
          <p:spPr bwMode="auto">
            <a:xfrm>
              <a:off x="56" y="285"/>
              <a:ext cx="6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1800" b="1">
                  <a:solidFill>
                    <a:schemeClr val="bg1"/>
                  </a:solidFill>
                  <a:latin typeface="Verdana" panose="020B0804030504040204" pitchFamily="34" charset="0"/>
                </a:rPr>
                <a:t>Knave</a:t>
              </a:r>
            </a:p>
          </p:txBody>
        </p:sp>
      </p:grpSp>
      <p:sp>
        <p:nvSpPr>
          <p:cNvPr id="71686" name="Freeform 14"/>
          <p:cNvSpPr>
            <a:spLocks noChangeArrowheads="1"/>
          </p:cNvSpPr>
          <p:nvPr/>
        </p:nvSpPr>
        <p:spPr bwMode="auto">
          <a:xfrm flipH="1">
            <a:off x="1219200" y="2438400"/>
            <a:ext cx="903288" cy="1241425"/>
          </a:xfrm>
          <a:custGeom>
            <a:avLst/>
            <a:gdLst>
              <a:gd name="T0" fmla="*/ 2147483646 w 580"/>
              <a:gd name="T1" fmla="*/ 0 h 798"/>
              <a:gd name="T2" fmla="*/ 2147483646 w 580"/>
              <a:gd name="T3" fmla="*/ 2147483646 h 798"/>
              <a:gd name="T4" fmla="*/ 2147483646 w 580"/>
              <a:gd name="T5" fmla="*/ 2147483646 h 798"/>
              <a:gd name="T6" fmla="*/ 2147483646 w 580"/>
              <a:gd name="T7" fmla="*/ 2147483646 h 798"/>
              <a:gd name="T8" fmla="*/ 2147483646 w 580"/>
              <a:gd name="T9" fmla="*/ 2147483646 h 798"/>
              <a:gd name="T10" fmla="*/ 2147483646 w 580"/>
              <a:gd name="T11" fmla="*/ 2147483646 h 798"/>
              <a:gd name="T12" fmla="*/ 2147483646 w 580"/>
              <a:gd name="T13" fmla="*/ 2147483646 h 798"/>
              <a:gd name="T14" fmla="*/ 2147483646 w 580"/>
              <a:gd name="T15" fmla="*/ 2147483646 h 798"/>
              <a:gd name="T16" fmla="*/ 2147483646 w 580"/>
              <a:gd name="T17" fmla="*/ 2147483646 h 798"/>
              <a:gd name="T18" fmla="*/ 2147483646 w 580"/>
              <a:gd name="T19" fmla="*/ 2147483646 h 798"/>
              <a:gd name="T20" fmla="*/ 2147483646 w 580"/>
              <a:gd name="T21" fmla="*/ 2147483646 h 798"/>
              <a:gd name="T22" fmla="*/ 2147483646 w 580"/>
              <a:gd name="T23" fmla="*/ 2147483646 h 798"/>
              <a:gd name="T24" fmla="*/ 0 w 580"/>
              <a:gd name="T25" fmla="*/ 2147483646 h 798"/>
              <a:gd name="T26" fmla="*/ 2147483646 w 580"/>
              <a:gd name="T27" fmla="*/ 2147483646 h 798"/>
              <a:gd name="T28" fmla="*/ 2147483646 w 580"/>
              <a:gd name="T29" fmla="*/ 2147483646 h 798"/>
              <a:gd name="T30" fmla="*/ 2147483646 w 580"/>
              <a:gd name="T31" fmla="*/ 2147483646 h 798"/>
              <a:gd name="T32" fmla="*/ 2147483646 w 580"/>
              <a:gd name="T33" fmla="*/ 2147483646 h 798"/>
              <a:gd name="T34" fmla="*/ 2147483646 w 580"/>
              <a:gd name="T35" fmla="*/ 2147483646 h 798"/>
              <a:gd name="T36" fmla="*/ 2147483646 w 580"/>
              <a:gd name="T37" fmla="*/ 2147483646 h 798"/>
              <a:gd name="T38" fmla="*/ 2147483646 w 580"/>
              <a:gd name="T39" fmla="*/ 2147483646 h 798"/>
              <a:gd name="T40" fmla="*/ 2147483646 w 580"/>
              <a:gd name="T41" fmla="*/ 2147483646 h 798"/>
              <a:gd name="T42" fmla="*/ 2147483646 w 580"/>
              <a:gd name="T43" fmla="*/ 2147483646 h 798"/>
              <a:gd name="T44" fmla="*/ 2147483646 w 580"/>
              <a:gd name="T45" fmla="*/ 2147483646 h 798"/>
              <a:gd name="T46" fmla="*/ 2147483646 w 580"/>
              <a:gd name="T47" fmla="*/ 2147483646 h 798"/>
              <a:gd name="T48" fmla="*/ 2147483646 w 580"/>
              <a:gd name="T49" fmla="*/ 2147483646 h 798"/>
              <a:gd name="T50" fmla="*/ 2147483646 w 580"/>
              <a:gd name="T51" fmla="*/ 2147483646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rgbClr val="DFDFFF"/>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687" name="Text Box 15"/>
          <p:cNvSpPr txBox="1">
            <a:spLocks noChangeArrowheads="1"/>
          </p:cNvSpPr>
          <p:nvPr/>
        </p:nvSpPr>
        <p:spPr bwMode="auto">
          <a:xfrm>
            <a:off x="2362200" y="30480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50000"/>
              </a:spcBef>
              <a:buClrTx/>
              <a:buFontTx/>
              <a:buNone/>
            </a:pPr>
            <a:r>
              <a:rPr lang="en-US" altLang="zh-CN" sz="2400" b="1">
                <a:latin typeface="Times New Roman" panose="02020503050405090304" pitchFamily="18" charset="0"/>
              </a:rPr>
              <a:t>说实话</a:t>
            </a:r>
          </a:p>
        </p:txBody>
      </p:sp>
      <p:sp>
        <p:nvSpPr>
          <p:cNvPr id="71688" name="Freeform 16"/>
          <p:cNvSpPr>
            <a:spLocks noChangeArrowheads="1"/>
          </p:cNvSpPr>
          <p:nvPr/>
        </p:nvSpPr>
        <p:spPr bwMode="auto">
          <a:xfrm flipH="1">
            <a:off x="4800600" y="2514600"/>
            <a:ext cx="903288" cy="1241425"/>
          </a:xfrm>
          <a:custGeom>
            <a:avLst/>
            <a:gdLst>
              <a:gd name="T0" fmla="*/ 2147483646 w 580"/>
              <a:gd name="T1" fmla="*/ 0 h 798"/>
              <a:gd name="T2" fmla="*/ 2147483646 w 580"/>
              <a:gd name="T3" fmla="*/ 2147483646 h 798"/>
              <a:gd name="T4" fmla="*/ 2147483646 w 580"/>
              <a:gd name="T5" fmla="*/ 2147483646 h 798"/>
              <a:gd name="T6" fmla="*/ 2147483646 w 580"/>
              <a:gd name="T7" fmla="*/ 2147483646 h 798"/>
              <a:gd name="T8" fmla="*/ 2147483646 w 580"/>
              <a:gd name="T9" fmla="*/ 2147483646 h 798"/>
              <a:gd name="T10" fmla="*/ 2147483646 w 580"/>
              <a:gd name="T11" fmla="*/ 2147483646 h 798"/>
              <a:gd name="T12" fmla="*/ 2147483646 w 580"/>
              <a:gd name="T13" fmla="*/ 2147483646 h 798"/>
              <a:gd name="T14" fmla="*/ 2147483646 w 580"/>
              <a:gd name="T15" fmla="*/ 2147483646 h 798"/>
              <a:gd name="T16" fmla="*/ 2147483646 w 580"/>
              <a:gd name="T17" fmla="*/ 2147483646 h 798"/>
              <a:gd name="T18" fmla="*/ 2147483646 w 580"/>
              <a:gd name="T19" fmla="*/ 2147483646 h 798"/>
              <a:gd name="T20" fmla="*/ 2147483646 w 580"/>
              <a:gd name="T21" fmla="*/ 2147483646 h 798"/>
              <a:gd name="T22" fmla="*/ 2147483646 w 580"/>
              <a:gd name="T23" fmla="*/ 2147483646 h 798"/>
              <a:gd name="T24" fmla="*/ 0 w 580"/>
              <a:gd name="T25" fmla="*/ 2147483646 h 798"/>
              <a:gd name="T26" fmla="*/ 2147483646 w 580"/>
              <a:gd name="T27" fmla="*/ 2147483646 h 798"/>
              <a:gd name="T28" fmla="*/ 2147483646 w 580"/>
              <a:gd name="T29" fmla="*/ 2147483646 h 798"/>
              <a:gd name="T30" fmla="*/ 2147483646 w 580"/>
              <a:gd name="T31" fmla="*/ 2147483646 h 798"/>
              <a:gd name="T32" fmla="*/ 2147483646 w 580"/>
              <a:gd name="T33" fmla="*/ 2147483646 h 798"/>
              <a:gd name="T34" fmla="*/ 2147483646 w 580"/>
              <a:gd name="T35" fmla="*/ 2147483646 h 798"/>
              <a:gd name="T36" fmla="*/ 2147483646 w 580"/>
              <a:gd name="T37" fmla="*/ 2147483646 h 798"/>
              <a:gd name="T38" fmla="*/ 2147483646 w 580"/>
              <a:gd name="T39" fmla="*/ 2147483646 h 798"/>
              <a:gd name="T40" fmla="*/ 2147483646 w 580"/>
              <a:gd name="T41" fmla="*/ 2147483646 h 798"/>
              <a:gd name="T42" fmla="*/ 2147483646 w 580"/>
              <a:gd name="T43" fmla="*/ 2147483646 h 798"/>
              <a:gd name="T44" fmla="*/ 2147483646 w 580"/>
              <a:gd name="T45" fmla="*/ 2147483646 h 798"/>
              <a:gd name="T46" fmla="*/ 2147483646 w 580"/>
              <a:gd name="T47" fmla="*/ 2147483646 h 798"/>
              <a:gd name="T48" fmla="*/ 2147483646 w 580"/>
              <a:gd name="T49" fmla="*/ 2147483646 h 798"/>
              <a:gd name="T50" fmla="*/ 2147483646 w 580"/>
              <a:gd name="T51" fmla="*/ 2147483646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rgbClr val="DFDFFF"/>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689" name="Text Box 17"/>
          <p:cNvSpPr txBox="1">
            <a:spLocks noChangeArrowheads="1"/>
          </p:cNvSpPr>
          <p:nvPr/>
        </p:nvSpPr>
        <p:spPr bwMode="auto">
          <a:xfrm>
            <a:off x="5867400" y="3124200"/>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50000"/>
              </a:spcBef>
              <a:buClrTx/>
              <a:buFontTx/>
              <a:buNone/>
            </a:pPr>
            <a:r>
              <a:rPr lang="zh-CN" altLang="en-US" sz="2400" b="1" dirty="0">
                <a:latin typeface="Times New Roman" panose="02020503050405090304" pitchFamily="18" charset="0"/>
              </a:rPr>
              <a:t>撒谎</a:t>
            </a:r>
            <a:endParaRPr lang="en-US" altLang="zh-CN" sz="2400" b="1" dirty="0">
              <a:latin typeface="Times New Roman" panose="02020503050405090304" pitchFamily="18" charset="0"/>
            </a:endParaRPr>
          </a:p>
        </p:txBody>
      </p:sp>
      <p:grpSp>
        <p:nvGrpSpPr>
          <p:cNvPr id="71690" name="Group 18"/>
          <p:cNvGrpSpPr/>
          <p:nvPr/>
        </p:nvGrpSpPr>
        <p:grpSpPr bwMode="auto">
          <a:xfrm>
            <a:off x="1143000" y="4419600"/>
            <a:ext cx="1295400" cy="838200"/>
            <a:chOff x="0" y="0"/>
            <a:chExt cx="1079" cy="713"/>
          </a:xfrm>
        </p:grpSpPr>
        <p:sp>
          <p:nvSpPr>
            <p:cNvPr id="71722" name="Oval 19"/>
            <p:cNvSpPr>
              <a:spLocks noChangeArrowheads="1"/>
            </p:cNvSpPr>
            <p:nvPr/>
          </p:nvSpPr>
          <p:spPr bwMode="auto">
            <a:xfrm rot="-1543678">
              <a:off x="389" y="417"/>
              <a:ext cx="690" cy="197"/>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23" name="Oval 20"/>
            <p:cNvSpPr>
              <a:spLocks noChangeArrowheads="1"/>
            </p:cNvSpPr>
            <p:nvPr/>
          </p:nvSpPr>
          <p:spPr bwMode="auto">
            <a:xfrm>
              <a:off x="0" y="0"/>
              <a:ext cx="738" cy="713"/>
            </a:xfrm>
            <a:prstGeom prst="ellipse">
              <a:avLst/>
            </a:prstGeom>
            <a:gradFill rotWithShape="1">
              <a:gsLst>
                <a:gs pos="0">
                  <a:schemeClr val="accent2"/>
                </a:gs>
                <a:gs pos="100000">
                  <a:srgbClr val="193D2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71724" name="Text Box 21"/>
            <p:cNvSpPr txBox="1">
              <a:spLocks noChangeArrowheads="1"/>
            </p:cNvSpPr>
            <p:nvPr/>
          </p:nvSpPr>
          <p:spPr bwMode="auto">
            <a:xfrm>
              <a:off x="71" y="144"/>
              <a:ext cx="38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A</a:t>
              </a:r>
            </a:p>
          </p:txBody>
        </p:sp>
      </p:grpSp>
      <p:grpSp>
        <p:nvGrpSpPr>
          <p:cNvPr id="71691" name="Group 22"/>
          <p:cNvGrpSpPr/>
          <p:nvPr/>
        </p:nvGrpSpPr>
        <p:grpSpPr bwMode="auto">
          <a:xfrm>
            <a:off x="2590800" y="4419600"/>
            <a:ext cx="1295400" cy="838200"/>
            <a:chOff x="0" y="0"/>
            <a:chExt cx="1079" cy="713"/>
          </a:xfrm>
        </p:grpSpPr>
        <p:sp>
          <p:nvSpPr>
            <p:cNvPr id="71719" name="Oval 23"/>
            <p:cNvSpPr>
              <a:spLocks noChangeArrowheads="1"/>
            </p:cNvSpPr>
            <p:nvPr/>
          </p:nvSpPr>
          <p:spPr bwMode="auto">
            <a:xfrm rot="-1543678">
              <a:off x="389" y="417"/>
              <a:ext cx="690" cy="197"/>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20" name="Oval 24"/>
            <p:cNvSpPr>
              <a:spLocks noChangeArrowheads="1"/>
            </p:cNvSpPr>
            <p:nvPr/>
          </p:nvSpPr>
          <p:spPr bwMode="auto">
            <a:xfrm>
              <a:off x="0" y="0"/>
              <a:ext cx="738" cy="713"/>
            </a:xfrm>
            <a:prstGeom prst="ellipse">
              <a:avLst/>
            </a:prstGeom>
            <a:gradFill rotWithShape="1">
              <a:gsLst>
                <a:gs pos="0">
                  <a:schemeClr val="accent2"/>
                </a:gs>
                <a:gs pos="100000">
                  <a:srgbClr val="193D2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71721" name="Text Box 25"/>
            <p:cNvSpPr txBox="1">
              <a:spLocks noChangeArrowheads="1"/>
            </p:cNvSpPr>
            <p:nvPr/>
          </p:nvSpPr>
          <p:spPr bwMode="auto">
            <a:xfrm>
              <a:off x="71" y="144"/>
              <a:ext cx="38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B</a:t>
              </a:r>
            </a:p>
          </p:txBody>
        </p:sp>
      </p:grpSp>
      <p:grpSp>
        <p:nvGrpSpPr>
          <p:cNvPr id="71692" name="Group 26"/>
          <p:cNvGrpSpPr/>
          <p:nvPr/>
        </p:nvGrpSpPr>
        <p:grpSpPr bwMode="auto">
          <a:xfrm>
            <a:off x="5257800" y="4343400"/>
            <a:ext cx="1295400" cy="914400"/>
            <a:chOff x="0" y="0"/>
            <a:chExt cx="1044" cy="714"/>
          </a:xfrm>
        </p:grpSpPr>
        <p:sp>
          <p:nvSpPr>
            <p:cNvPr id="71716" name="Oval 27"/>
            <p:cNvSpPr>
              <a:spLocks noChangeArrowheads="1"/>
            </p:cNvSpPr>
            <p:nvPr/>
          </p:nvSpPr>
          <p:spPr bwMode="auto">
            <a:xfrm rot="-1543678">
              <a:off x="354" y="415"/>
              <a:ext cx="690" cy="198"/>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17" name="Oval 28"/>
            <p:cNvSpPr>
              <a:spLocks noChangeArrowheads="1"/>
            </p:cNvSpPr>
            <p:nvPr/>
          </p:nvSpPr>
          <p:spPr bwMode="auto">
            <a:xfrm>
              <a:off x="0" y="0"/>
              <a:ext cx="699" cy="714"/>
            </a:xfrm>
            <a:prstGeom prst="ellipse">
              <a:avLst/>
            </a:prstGeom>
            <a:gradFill rotWithShape="1">
              <a:gsLst>
                <a:gs pos="0">
                  <a:schemeClr val="folHlink"/>
                </a:gs>
                <a:gs pos="100000">
                  <a:srgbClr val="343434"/>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b="1"/>
            </a:p>
          </p:txBody>
        </p:sp>
        <p:sp>
          <p:nvSpPr>
            <p:cNvPr id="71718" name="Text Box 29"/>
            <p:cNvSpPr txBox="1">
              <a:spLocks noChangeArrowheads="1"/>
            </p:cNvSpPr>
            <p:nvPr/>
          </p:nvSpPr>
          <p:spPr bwMode="auto">
            <a:xfrm>
              <a:off x="56" y="186"/>
              <a:ext cx="371"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A</a:t>
              </a:r>
            </a:p>
          </p:txBody>
        </p:sp>
      </p:grpSp>
      <p:grpSp>
        <p:nvGrpSpPr>
          <p:cNvPr id="71693" name="Group 30"/>
          <p:cNvGrpSpPr/>
          <p:nvPr/>
        </p:nvGrpSpPr>
        <p:grpSpPr bwMode="auto">
          <a:xfrm>
            <a:off x="6781800" y="4343400"/>
            <a:ext cx="1295400" cy="914400"/>
            <a:chOff x="0" y="0"/>
            <a:chExt cx="1044" cy="714"/>
          </a:xfrm>
        </p:grpSpPr>
        <p:sp>
          <p:nvSpPr>
            <p:cNvPr id="71713" name="Oval 31"/>
            <p:cNvSpPr>
              <a:spLocks noChangeArrowheads="1"/>
            </p:cNvSpPr>
            <p:nvPr/>
          </p:nvSpPr>
          <p:spPr bwMode="auto">
            <a:xfrm rot="-1543678">
              <a:off x="354" y="415"/>
              <a:ext cx="690" cy="198"/>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14" name="Oval 32"/>
            <p:cNvSpPr>
              <a:spLocks noChangeArrowheads="1"/>
            </p:cNvSpPr>
            <p:nvPr/>
          </p:nvSpPr>
          <p:spPr bwMode="auto">
            <a:xfrm>
              <a:off x="0" y="0"/>
              <a:ext cx="699" cy="714"/>
            </a:xfrm>
            <a:prstGeom prst="ellipse">
              <a:avLst/>
            </a:prstGeom>
            <a:gradFill rotWithShape="1">
              <a:gsLst>
                <a:gs pos="0">
                  <a:schemeClr val="folHlink"/>
                </a:gs>
                <a:gs pos="100000">
                  <a:srgbClr val="343434"/>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b="1"/>
            </a:p>
          </p:txBody>
        </p:sp>
        <p:sp>
          <p:nvSpPr>
            <p:cNvPr id="71715" name="Text Box 33"/>
            <p:cNvSpPr txBox="1">
              <a:spLocks noChangeArrowheads="1"/>
            </p:cNvSpPr>
            <p:nvPr/>
          </p:nvSpPr>
          <p:spPr bwMode="auto">
            <a:xfrm>
              <a:off x="56" y="186"/>
              <a:ext cx="367"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B</a:t>
              </a:r>
            </a:p>
          </p:txBody>
        </p:sp>
      </p:grpSp>
      <p:grpSp>
        <p:nvGrpSpPr>
          <p:cNvPr id="71694" name="Group 34"/>
          <p:cNvGrpSpPr/>
          <p:nvPr/>
        </p:nvGrpSpPr>
        <p:grpSpPr bwMode="auto">
          <a:xfrm>
            <a:off x="1143000" y="5638800"/>
            <a:ext cx="1295400" cy="838200"/>
            <a:chOff x="0" y="0"/>
            <a:chExt cx="1079" cy="713"/>
          </a:xfrm>
        </p:grpSpPr>
        <p:sp>
          <p:nvSpPr>
            <p:cNvPr id="71710" name="Oval 35"/>
            <p:cNvSpPr>
              <a:spLocks noChangeArrowheads="1"/>
            </p:cNvSpPr>
            <p:nvPr/>
          </p:nvSpPr>
          <p:spPr bwMode="auto">
            <a:xfrm rot="-1543678">
              <a:off x="389" y="417"/>
              <a:ext cx="690" cy="197"/>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11" name="Oval 36"/>
            <p:cNvSpPr>
              <a:spLocks noChangeArrowheads="1"/>
            </p:cNvSpPr>
            <p:nvPr/>
          </p:nvSpPr>
          <p:spPr bwMode="auto">
            <a:xfrm>
              <a:off x="0" y="0"/>
              <a:ext cx="738" cy="713"/>
            </a:xfrm>
            <a:prstGeom prst="ellipse">
              <a:avLst/>
            </a:prstGeom>
            <a:gradFill rotWithShape="1">
              <a:gsLst>
                <a:gs pos="0">
                  <a:schemeClr val="accent2"/>
                </a:gs>
                <a:gs pos="100000">
                  <a:srgbClr val="193D2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71712" name="Text Box 37"/>
            <p:cNvSpPr txBox="1">
              <a:spLocks noChangeArrowheads="1"/>
            </p:cNvSpPr>
            <p:nvPr/>
          </p:nvSpPr>
          <p:spPr bwMode="auto">
            <a:xfrm>
              <a:off x="71" y="144"/>
              <a:ext cx="38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A</a:t>
              </a:r>
            </a:p>
          </p:txBody>
        </p:sp>
      </p:grpSp>
      <p:grpSp>
        <p:nvGrpSpPr>
          <p:cNvPr id="71695" name="Group 38"/>
          <p:cNvGrpSpPr/>
          <p:nvPr/>
        </p:nvGrpSpPr>
        <p:grpSpPr bwMode="auto">
          <a:xfrm>
            <a:off x="2590800" y="5562600"/>
            <a:ext cx="1295400" cy="914400"/>
            <a:chOff x="0" y="0"/>
            <a:chExt cx="1044" cy="714"/>
          </a:xfrm>
        </p:grpSpPr>
        <p:sp>
          <p:nvSpPr>
            <p:cNvPr id="71707" name="Oval 39"/>
            <p:cNvSpPr>
              <a:spLocks noChangeArrowheads="1"/>
            </p:cNvSpPr>
            <p:nvPr/>
          </p:nvSpPr>
          <p:spPr bwMode="auto">
            <a:xfrm rot="-1543678">
              <a:off x="354" y="415"/>
              <a:ext cx="690" cy="198"/>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08" name="Oval 40"/>
            <p:cNvSpPr>
              <a:spLocks noChangeArrowheads="1"/>
            </p:cNvSpPr>
            <p:nvPr/>
          </p:nvSpPr>
          <p:spPr bwMode="auto">
            <a:xfrm>
              <a:off x="0" y="0"/>
              <a:ext cx="699" cy="714"/>
            </a:xfrm>
            <a:prstGeom prst="ellipse">
              <a:avLst/>
            </a:prstGeom>
            <a:gradFill rotWithShape="1">
              <a:gsLst>
                <a:gs pos="0">
                  <a:schemeClr val="folHlink"/>
                </a:gs>
                <a:gs pos="100000">
                  <a:srgbClr val="343434"/>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b="1"/>
            </a:p>
          </p:txBody>
        </p:sp>
        <p:sp>
          <p:nvSpPr>
            <p:cNvPr id="71709" name="Text Box 41"/>
            <p:cNvSpPr txBox="1">
              <a:spLocks noChangeArrowheads="1"/>
            </p:cNvSpPr>
            <p:nvPr/>
          </p:nvSpPr>
          <p:spPr bwMode="auto">
            <a:xfrm>
              <a:off x="56" y="186"/>
              <a:ext cx="367"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B</a:t>
              </a:r>
            </a:p>
          </p:txBody>
        </p:sp>
      </p:grpSp>
      <p:grpSp>
        <p:nvGrpSpPr>
          <p:cNvPr id="71696" name="Group 42"/>
          <p:cNvGrpSpPr/>
          <p:nvPr/>
        </p:nvGrpSpPr>
        <p:grpSpPr bwMode="auto">
          <a:xfrm>
            <a:off x="5334000" y="5562600"/>
            <a:ext cx="1295400" cy="914400"/>
            <a:chOff x="0" y="0"/>
            <a:chExt cx="1044" cy="714"/>
          </a:xfrm>
        </p:grpSpPr>
        <p:sp>
          <p:nvSpPr>
            <p:cNvPr id="71704" name="Oval 43"/>
            <p:cNvSpPr>
              <a:spLocks noChangeArrowheads="1"/>
            </p:cNvSpPr>
            <p:nvPr/>
          </p:nvSpPr>
          <p:spPr bwMode="auto">
            <a:xfrm rot="-1543678">
              <a:off x="354" y="415"/>
              <a:ext cx="690" cy="198"/>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05" name="Oval 44"/>
            <p:cNvSpPr>
              <a:spLocks noChangeArrowheads="1"/>
            </p:cNvSpPr>
            <p:nvPr/>
          </p:nvSpPr>
          <p:spPr bwMode="auto">
            <a:xfrm>
              <a:off x="0" y="0"/>
              <a:ext cx="699" cy="714"/>
            </a:xfrm>
            <a:prstGeom prst="ellipse">
              <a:avLst/>
            </a:prstGeom>
            <a:gradFill rotWithShape="1">
              <a:gsLst>
                <a:gs pos="0">
                  <a:schemeClr val="folHlink"/>
                </a:gs>
                <a:gs pos="100000">
                  <a:srgbClr val="343434"/>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b="1"/>
            </a:p>
          </p:txBody>
        </p:sp>
        <p:sp>
          <p:nvSpPr>
            <p:cNvPr id="71706" name="Text Box 45"/>
            <p:cNvSpPr txBox="1">
              <a:spLocks noChangeArrowheads="1"/>
            </p:cNvSpPr>
            <p:nvPr/>
          </p:nvSpPr>
          <p:spPr bwMode="auto">
            <a:xfrm>
              <a:off x="56" y="186"/>
              <a:ext cx="371"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A</a:t>
              </a:r>
            </a:p>
          </p:txBody>
        </p:sp>
      </p:grpSp>
      <p:grpSp>
        <p:nvGrpSpPr>
          <p:cNvPr id="71697" name="Group 46"/>
          <p:cNvGrpSpPr/>
          <p:nvPr/>
        </p:nvGrpSpPr>
        <p:grpSpPr bwMode="auto">
          <a:xfrm>
            <a:off x="6781800" y="5638800"/>
            <a:ext cx="1295400" cy="838200"/>
            <a:chOff x="0" y="0"/>
            <a:chExt cx="1079" cy="713"/>
          </a:xfrm>
        </p:grpSpPr>
        <p:sp>
          <p:nvSpPr>
            <p:cNvPr id="71701" name="Oval 47"/>
            <p:cNvSpPr>
              <a:spLocks noChangeArrowheads="1"/>
            </p:cNvSpPr>
            <p:nvPr/>
          </p:nvSpPr>
          <p:spPr bwMode="auto">
            <a:xfrm rot="-1543678">
              <a:off x="389" y="417"/>
              <a:ext cx="690" cy="197"/>
            </a:xfrm>
            <a:prstGeom prst="ellipse">
              <a:avLst/>
            </a:prstGeom>
            <a:gradFill rotWithShape="1">
              <a:gsLst>
                <a:gs pos="0">
                  <a:srgbClr val="5F5F5F"/>
                </a:gs>
                <a:gs pos="100000">
                  <a:srgbClr val="84A5CA"/>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702" name="Oval 48"/>
            <p:cNvSpPr>
              <a:spLocks noChangeArrowheads="1"/>
            </p:cNvSpPr>
            <p:nvPr/>
          </p:nvSpPr>
          <p:spPr bwMode="auto">
            <a:xfrm>
              <a:off x="0" y="0"/>
              <a:ext cx="738" cy="713"/>
            </a:xfrm>
            <a:prstGeom prst="ellipse">
              <a:avLst/>
            </a:prstGeom>
            <a:gradFill rotWithShape="1">
              <a:gsLst>
                <a:gs pos="0">
                  <a:schemeClr val="accent2"/>
                </a:gs>
                <a:gs pos="100000">
                  <a:srgbClr val="193D2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Tx/>
                <a:buNone/>
              </a:pPr>
              <a:endParaRPr lang="zh-CN" altLang="en-US" sz="1800"/>
            </a:p>
          </p:txBody>
        </p:sp>
        <p:sp>
          <p:nvSpPr>
            <p:cNvPr id="71703" name="Text Box 49"/>
            <p:cNvSpPr txBox="1">
              <a:spLocks noChangeArrowheads="1"/>
            </p:cNvSpPr>
            <p:nvPr/>
          </p:nvSpPr>
          <p:spPr bwMode="auto">
            <a:xfrm>
              <a:off x="71" y="144"/>
              <a:ext cx="38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spcBef>
                  <a:spcPct val="0"/>
                </a:spcBef>
                <a:buClrTx/>
                <a:buFontTx/>
                <a:buNone/>
              </a:pPr>
              <a:r>
                <a:rPr lang="en-US" altLang="zh-CN" sz="2800" b="1">
                  <a:solidFill>
                    <a:schemeClr val="bg1"/>
                  </a:solidFill>
                  <a:latin typeface="Verdana" panose="020B0804030504040204" pitchFamily="34" charset="0"/>
                </a:rPr>
                <a:t>B</a:t>
              </a:r>
            </a:p>
          </p:txBody>
        </p:sp>
      </p:grpSp>
      <p:sp>
        <p:nvSpPr>
          <p:cNvPr id="2" name="Oval 50"/>
          <p:cNvSpPr>
            <a:spLocks noChangeArrowheads="1"/>
          </p:cNvSpPr>
          <p:nvPr/>
        </p:nvSpPr>
        <p:spPr bwMode="auto">
          <a:xfrm>
            <a:off x="5181600" y="4311650"/>
            <a:ext cx="2590800" cy="1101725"/>
          </a:xfrm>
          <a:prstGeom prst="ellipse">
            <a:avLst/>
          </a:prstGeom>
          <a:noFill/>
          <a:ln w="762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endParaRPr lang="zh-CN" altLang="en-US" sz="1800"/>
          </a:p>
        </p:txBody>
      </p:sp>
      <p:sp>
        <p:nvSpPr>
          <p:cNvPr id="71699" name="Text Box 55"/>
          <p:cNvSpPr txBox="1">
            <a:spLocks noChangeArrowheads="1"/>
          </p:cNvSpPr>
          <p:nvPr/>
        </p:nvSpPr>
        <p:spPr bwMode="auto">
          <a:xfrm>
            <a:off x="381000" y="38862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50000"/>
              </a:spcBef>
              <a:buClrTx/>
              <a:buFontTx/>
              <a:buNone/>
            </a:pPr>
            <a:r>
              <a:rPr lang="en-US" altLang="zh-CN" sz="2400" b="1" dirty="0">
                <a:latin typeface="Times New Roman" panose="02020503050405090304" pitchFamily="18" charset="0"/>
              </a:rPr>
              <a:t>A："B </a:t>
            </a:r>
            <a:r>
              <a:rPr lang="en-US" altLang="zh-CN" sz="2400" b="1" dirty="0" err="1">
                <a:latin typeface="Times New Roman" panose="02020503050405090304" pitchFamily="18" charset="0"/>
              </a:rPr>
              <a:t>是一名骑士</a:t>
            </a:r>
            <a:r>
              <a:rPr lang="en-US" altLang="zh-CN" sz="2400" b="1" dirty="0">
                <a:latin typeface="Times New Roman" panose="02020503050405090304" pitchFamily="18" charset="0"/>
              </a:rPr>
              <a:t>"</a:t>
            </a:r>
          </a:p>
        </p:txBody>
      </p:sp>
      <p:sp>
        <p:nvSpPr>
          <p:cNvPr id="71700" name="Text Box 56"/>
          <p:cNvSpPr txBox="1">
            <a:spLocks noChangeArrowheads="1"/>
          </p:cNvSpPr>
          <p:nvPr/>
        </p:nvSpPr>
        <p:spPr bwMode="auto">
          <a:xfrm>
            <a:off x="3581400" y="38862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50000"/>
              </a:spcBef>
              <a:buClrTx/>
              <a:buFontTx/>
              <a:buNone/>
            </a:pPr>
            <a:r>
              <a:rPr lang="en-US" altLang="zh-CN" sz="2400" b="1">
                <a:latin typeface="Times New Roman" panose="02020503050405090304" pitchFamily="18" charset="0"/>
              </a:rPr>
              <a:t>B："我们两个是相反的类型"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6*min(max(#ppt_w*#ppt_h,.3),1)-7.4)/-.7*#ppt_w"/>
                                          </p:val>
                                        </p:tav>
                                        <p:tav tm="100000">
                                          <p:val>
                                            <p:strVal val="#ppt_w"/>
                                          </p:val>
                                        </p:tav>
                                      </p:tavLst>
                                    </p:anim>
                                    <p:anim calcmode="lin" valueType="num">
                                      <p:cBhvr>
                                        <p:cTn id="8" dur="500" fill="hold"/>
                                        <p:tgtEl>
                                          <p:spTgt spid="2"/>
                                        </p:tgtEl>
                                        <p:attrNameLst>
                                          <p:attrName>ppt_h</p:attrName>
                                        </p:attrNameLst>
                                      </p:cBhvr>
                                      <p:tavLst>
                                        <p:tav tm="0">
                                          <p:val>
                                            <p:strVal val="(6*min(max(#ppt_w*#ppt_h,.3),1)-7.4)/-.7*#ppt_h"/>
                                          </p:val>
                                        </p:tav>
                                        <p:tav tm="100000">
                                          <p:val>
                                            <p:strVal val="#ppt_h"/>
                                          </p:val>
                                        </p:tav>
                                      </p:tavLst>
                                    </p:anim>
                                    <p:anim calcmode="lin" valueType="num">
                                      <p:cBhvr>
                                        <p:cTn id="9" dur="500" fill="hold"/>
                                        <p:tgtEl>
                                          <p:spTgt spid="2"/>
                                        </p:tgtEl>
                                        <p:attrNameLst>
                                          <p:attrName>ppt_x</p:attrName>
                                        </p:attrNameLst>
                                      </p:cBhvr>
                                      <p:tavLst>
                                        <p:tav tm="0">
                                          <p:val>
                                            <p:fltVal val="0.5"/>
                                          </p:val>
                                        </p:tav>
                                        <p:tav tm="100000">
                                          <p:val>
                                            <p:strVal val="#ppt_x"/>
                                          </p:val>
                                        </p:tav>
                                      </p:tavLst>
                                    </p:anim>
                                    <p:anim calcmode="lin" valueType="num">
                                      <p:cBhvr>
                                        <p:cTn id="10" dur="500" fill="hold"/>
                                        <p:tgtEl>
                                          <p:spTgt spid="2"/>
                                        </p:tgtEl>
                                        <p:attrNameLst>
                                          <p:attrName>ppt_y</p:attrName>
                                        </p:attrNameLst>
                                      </p:cBhvr>
                                      <p:tavLst>
                                        <p:tav tm="0">
                                          <p:val>
                                            <p:strVal val="1+(6*min(max(#ppt_w*#ppt_h,.3),1)-7.4)/-.7*#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noChangeArrowheads="1"/>
          </p:cNvSpPr>
          <p:nvPr>
            <p:ph type="title" idx="4294967295"/>
          </p:nvPr>
        </p:nvSpPr>
        <p:spPr/>
        <p:txBody>
          <a:bodyPr/>
          <a:lstStyle/>
          <a:p>
            <a:r>
              <a:rPr lang="zh-CN" altLang="zh-CN">
                <a:ea typeface="宋体" pitchFamily="2" charset="-122"/>
              </a:rPr>
              <a:t>比赛名次预测</a:t>
            </a:r>
          </a:p>
        </p:txBody>
      </p:sp>
      <p:sp>
        <p:nvSpPr>
          <p:cNvPr id="64515" name="灯片编号占位符 2"/>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8245C773-1CB7-4854-92F6-E0CD8ECB925E}" type="slidenum">
              <a:rPr lang="en-US" altLang="zh-CN" sz="1200">
                <a:effectLst>
                  <a:outerShdw blurRad="38100" dist="38100" dir="2700000" algn="tl">
                    <a:srgbClr val="C0C0C0"/>
                  </a:outerShdw>
                </a:effectLst>
                <a:latin typeface="Verdana" panose="020B0804030504040204" pitchFamily="34" charset="0"/>
              </a:rPr>
              <a:t>60</a:t>
            </a:fld>
            <a:endParaRPr lang="en-US" altLang="zh-CN" sz="1200">
              <a:effectLst>
                <a:outerShdw blurRad="38100" dist="38100" dir="2700000" algn="tl">
                  <a:srgbClr val="C0C0C0"/>
                </a:outerShdw>
              </a:effectLst>
              <a:latin typeface="Verdana" panose="020B0804030504040204" pitchFamily="34" charset="0"/>
            </a:endParaRPr>
          </a:p>
        </p:txBody>
      </p:sp>
      <p:sp>
        <p:nvSpPr>
          <p:cNvPr id="74756" name="TextBox 3"/>
          <p:cNvSpPr txBox="1">
            <a:spLocks noChangeArrowheads="1"/>
          </p:cNvSpPr>
          <p:nvPr/>
        </p:nvSpPr>
        <p:spPr bwMode="auto">
          <a:xfrm>
            <a:off x="685800" y="1524000"/>
            <a:ext cx="7848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r>
              <a:rPr lang="zh-CN" altLang="en-US" sz="1800" dirty="0"/>
              <a:t>三人估计比赛结果，</a:t>
            </a:r>
            <a:endParaRPr lang="en-US" altLang="zh-CN" sz="1800" dirty="0"/>
          </a:p>
          <a:p>
            <a:pPr eaLnBrk="1" hangingPunct="1">
              <a:spcBef>
                <a:spcPct val="0"/>
              </a:spcBef>
              <a:buClrTx/>
              <a:buFontTx/>
              <a:buNone/>
            </a:pPr>
            <a:r>
              <a:rPr lang="zh-CN" altLang="en-US" sz="1800" dirty="0"/>
              <a:t>甲说 "A 第一，B 第二"。</a:t>
            </a:r>
            <a:endParaRPr lang="en-US" altLang="zh-CN" sz="1800" dirty="0"/>
          </a:p>
          <a:p>
            <a:pPr eaLnBrk="1" hangingPunct="1">
              <a:spcBef>
                <a:spcPct val="0"/>
              </a:spcBef>
              <a:buClrTx/>
              <a:buFontTx/>
              <a:buNone/>
            </a:pPr>
            <a:r>
              <a:rPr lang="zh-CN" altLang="en-US" sz="1800" dirty="0"/>
              <a:t>乙说 "C第二，D第四"。</a:t>
            </a:r>
            <a:endParaRPr lang="en-US" altLang="zh-CN" sz="1800" dirty="0"/>
          </a:p>
          <a:p>
            <a:pPr eaLnBrk="1" hangingPunct="1">
              <a:spcBef>
                <a:spcPct val="0"/>
              </a:spcBef>
              <a:buClrTx/>
              <a:buFontTx/>
              <a:buNone/>
            </a:pPr>
            <a:r>
              <a:rPr lang="zh-CN" altLang="en-US" sz="1800" dirty="0"/>
              <a:t>丙说 "A 第二，D 第四"。</a:t>
            </a:r>
            <a:endParaRPr lang="en-US" altLang="zh-CN" sz="1800" dirty="0"/>
          </a:p>
          <a:p>
            <a:pPr eaLnBrk="1" hangingPunct="1">
              <a:spcBef>
                <a:spcPct val="0"/>
              </a:spcBef>
              <a:buClrTx/>
              <a:buFontTx/>
              <a:buNone/>
            </a:pPr>
            <a:r>
              <a:rPr lang="en-US" altLang="zh-CN" sz="1800" dirty="0" err="1"/>
              <a:t>结果三人的预测都只对了一半，请问A,B,C,D的比赛名次</a:t>
            </a:r>
            <a:r>
              <a:rPr lang="en-US" altLang="zh-CN" sz="1800"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title" idx="4294967295"/>
          </p:nvPr>
        </p:nvSpPr>
        <p:spPr/>
        <p:txBody>
          <a:bodyPr/>
          <a:lstStyle/>
          <a:p>
            <a:r>
              <a:rPr lang="zh-CN" altLang="zh-CN">
                <a:ea typeface="宋体" pitchFamily="2" charset="-122"/>
              </a:rPr>
              <a:t>比赛名次预测</a:t>
            </a:r>
          </a:p>
        </p:txBody>
      </p:sp>
      <p:sp>
        <p:nvSpPr>
          <p:cNvPr id="65539" name="灯片编号占位符 2"/>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4BC3B584-B08E-4248-9313-4FBD31B598EC}" type="slidenum">
              <a:rPr lang="en-US" altLang="zh-CN" sz="1200">
                <a:effectLst>
                  <a:outerShdw blurRad="38100" dist="38100" dir="2700000" algn="tl">
                    <a:srgbClr val="C0C0C0"/>
                  </a:outerShdw>
                </a:effectLst>
                <a:latin typeface="Verdana" panose="020B0804030504040204" pitchFamily="34" charset="0"/>
              </a:rPr>
              <a:t>61</a:t>
            </a:fld>
            <a:endParaRPr lang="en-US" altLang="zh-CN" sz="1200">
              <a:effectLst>
                <a:outerShdw blurRad="38100" dist="38100" dir="2700000" algn="tl">
                  <a:srgbClr val="C0C0C0"/>
                </a:outerShdw>
              </a:effectLst>
              <a:latin typeface="Verdana" panose="020B0804030504040204" pitchFamily="34" charset="0"/>
            </a:endParaRPr>
          </a:p>
        </p:txBody>
      </p:sp>
      <p:sp>
        <p:nvSpPr>
          <p:cNvPr id="75780" name="TextBox 3"/>
          <p:cNvSpPr txBox="1">
            <a:spLocks noChangeArrowheads="1"/>
          </p:cNvSpPr>
          <p:nvPr/>
        </p:nvSpPr>
        <p:spPr bwMode="auto">
          <a:xfrm>
            <a:off x="685800" y="1524000"/>
            <a:ext cx="7848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r>
              <a:rPr lang="zh-CN" altLang="en-US" sz="1800"/>
              <a:t>三人估计比赛结果，</a:t>
            </a:r>
            <a:endParaRPr lang="en-US" altLang="zh-CN" sz="1800"/>
          </a:p>
          <a:p>
            <a:pPr eaLnBrk="1" hangingPunct="1">
              <a:spcBef>
                <a:spcPct val="0"/>
              </a:spcBef>
              <a:buClrTx/>
              <a:buFontTx/>
              <a:buNone/>
            </a:pPr>
            <a:r>
              <a:rPr lang="zh-CN" altLang="en-US" sz="1800"/>
              <a:t>甲说 "A 第一，B 第二"。</a:t>
            </a:r>
            <a:endParaRPr lang="en-US" altLang="zh-CN" sz="1800"/>
          </a:p>
          <a:p>
            <a:pPr eaLnBrk="1" hangingPunct="1">
              <a:spcBef>
                <a:spcPct val="0"/>
              </a:spcBef>
              <a:buClrTx/>
              <a:buFontTx/>
              <a:buNone/>
            </a:pPr>
            <a:r>
              <a:rPr lang="zh-CN" altLang="en-US" sz="1800"/>
              <a:t>乙说 "C第二，D第四"。</a:t>
            </a:r>
            <a:endParaRPr lang="en-US" altLang="zh-CN" sz="1800"/>
          </a:p>
          <a:p>
            <a:pPr eaLnBrk="1" hangingPunct="1">
              <a:spcBef>
                <a:spcPct val="0"/>
              </a:spcBef>
              <a:buClrTx/>
              <a:buFontTx/>
              <a:buNone/>
            </a:pPr>
            <a:r>
              <a:rPr lang="zh-CN" altLang="en-US" sz="1800"/>
              <a:t>丙说 "A 第二，D 第四"。</a:t>
            </a:r>
            <a:endParaRPr lang="en-US" altLang="zh-CN" sz="1800"/>
          </a:p>
          <a:p>
            <a:pPr eaLnBrk="1" hangingPunct="1">
              <a:spcBef>
                <a:spcPct val="0"/>
              </a:spcBef>
              <a:buClrTx/>
              <a:buFontTx/>
              <a:buNone/>
            </a:pPr>
            <a:r>
              <a:rPr lang="en-US" altLang="zh-CN" sz="1800"/>
              <a:t>结果三人的预测都只对了一半，请问A,B,C,D的比赛名次。</a:t>
            </a:r>
          </a:p>
        </p:txBody>
      </p:sp>
      <p:sp>
        <p:nvSpPr>
          <p:cNvPr id="6" name="TextBox 4"/>
          <p:cNvSpPr txBox="1">
            <a:spLocks noChangeArrowheads="1"/>
          </p:cNvSpPr>
          <p:nvPr/>
        </p:nvSpPr>
        <p:spPr bwMode="auto">
          <a:xfrm>
            <a:off x="685800" y="3505200"/>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eaLnBrk="1" hangingPunct="1">
              <a:spcBef>
                <a:spcPct val="0"/>
              </a:spcBef>
              <a:buClrTx/>
              <a:buFontTx/>
              <a:buNone/>
            </a:pPr>
            <a:r>
              <a:rPr lang="zh-CN" altLang="en-US" sz="1800" dirty="0"/>
              <a:t>构造真值表来表示三人的预测结果，理论上真值表总共有</a:t>
            </a:r>
            <a:r>
              <a:rPr lang="en-US" altLang="zh-CN" sz="1800" dirty="0"/>
              <a:t>2*2*2=8</a:t>
            </a:r>
            <a:r>
              <a:rPr lang="zh-CN" altLang="en-US" sz="1800" dirty="0"/>
              <a:t>行（每个人的预测结果是</a:t>
            </a:r>
            <a:r>
              <a:rPr lang="en-US" altLang="zh-CN" sz="1800" dirty="0"/>
              <a:t>TF</a:t>
            </a:r>
            <a:r>
              <a:rPr lang="zh-CN" altLang="en-US" sz="1800" dirty="0"/>
              <a:t>或</a:t>
            </a:r>
            <a:r>
              <a:rPr lang="en-US" altLang="zh-CN" sz="1800" dirty="0"/>
              <a:t>FT</a:t>
            </a:r>
            <a:r>
              <a:rPr lang="zh-CN" altLang="en-US" sz="1800" dirty="0"/>
              <a:t>）。</a:t>
            </a:r>
            <a:endParaRPr lang="en-US" altLang="zh-CN" sz="1800" dirty="0"/>
          </a:p>
          <a:p>
            <a:pPr eaLnBrk="1" hangingPunct="1">
              <a:spcBef>
                <a:spcPct val="0"/>
              </a:spcBef>
              <a:buClrTx/>
              <a:buFontTx/>
              <a:buNone/>
            </a:pPr>
            <a:r>
              <a:rPr lang="zh-CN" altLang="en-US" sz="1800" dirty="0"/>
              <a:t>比赛的名次（从第一到第四）是</a:t>
            </a:r>
            <a:r>
              <a:rPr lang="en-US" altLang="zh-CN" sz="1800" dirty="0"/>
              <a:t>C,B,A,D</a:t>
            </a:r>
            <a:r>
              <a:rPr lang="zh-CN" altLang="en-US" sz="1800" dirty="0"/>
              <a:t>，每个人的预测都错了前一半，对了后一半。</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2"/>
          <p:cNvSpPr>
            <a:spLocks noGrp="1" noChangeArrowheads="1"/>
          </p:cNvSpPr>
          <p:nvPr>
            <p:ph type="subTitle" idx="4294967295"/>
          </p:nvPr>
        </p:nvSpPr>
        <p:spPr>
          <a:xfrm>
            <a:off x="2819400" y="4953000"/>
            <a:ext cx="5167313" cy="414338"/>
          </a:xfrm>
        </p:spPr>
        <p:txBody>
          <a:bodyPr/>
          <a:lstStyle/>
          <a:p>
            <a:pPr marL="0" indent="0" algn="dist" eaLnBrk="1" hangingPunct="1">
              <a:lnSpc>
                <a:spcPct val="80000"/>
              </a:lnSpc>
              <a:buFont typeface="Wingdings" panose="05000000000000000000" pitchFamily="2" charset="2"/>
              <a:buNone/>
            </a:pPr>
            <a:r>
              <a:rPr lang="en-US" altLang="zh-CN" sz="1800" b="1">
                <a:solidFill>
                  <a:schemeClr val="bg1"/>
                </a:solidFill>
                <a:ea typeface="宋体" pitchFamily="2" charset="-122"/>
              </a:rPr>
              <a:t>点击编辑公司标语。</a:t>
            </a:r>
          </a:p>
        </p:txBody>
      </p:sp>
      <p:sp>
        <p:nvSpPr>
          <p:cNvPr id="68612" name="WordArt 3"/>
          <p:cNvSpPr>
            <a:spLocks noChangeArrowheads="1" noChangeShapeType="1" noTextEdit="1"/>
          </p:cNvSpPr>
          <p:nvPr/>
        </p:nvSpPr>
        <p:spPr bwMode="auto">
          <a:xfrm>
            <a:off x="2133600" y="4267200"/>
            <a:ext cx="5029200" cy="762000"/>
          </a:xfrm>
          <a:prstGeom prst="rect">
            <a:avLst/>
          </a:prstGeom>
        </p:spPr>
        <p:txBody>
          <a:bodyPr wrap="none" fromWordArt="1">
            <a:prstTxWarp prst="textDeflate">
              <a:avLst>
                <a:gd name="adj" fmla="val 0"/>
              </a:avLst>
            </a:prstTxWarp>
          </a:bodyPr>
          <a:lstStyle/>
          <a:p>
            <a:pPr algn="ctr"/>
            <a:r>
              <a:rPr lang="en-US" altLang="zh-CN" sz="3600" b="1" kern="10">
                <a:ln w="19050">
                  <a:solidFill>
                    <a:schemeClr val="bg1"/>
                  </a:solidFill>
                  <a:round/>
                </a:ln>
                <a:gradFill rotWithShape="1">
                  <a:gsLst>
                    <a:gs pos="0">
                      <a:schemeClr val="tx1"/>
                    </a:gs>
                    <a:gs pos="100000">
                      <a:schemeClr val="hlink"/>
                    </a:gs>
                  </a:gsLst>
                  <a:lin ang="0" scaled="1"/>
                </a:gradFill>
                <a:effectLst>
                  <a:outerShdw dist="63500" dir="2212194" algn="ctr" rotWithShape="0">
                    <a:srgbClr val="868686">
                      <a:alpha val="50000"/>
                    </a:srgbClr>
                  </a:outerShdw>
                </a:effectLst>
                <a:cs typeface="Arial" panose="020B0604020202090204" pitchFamily="34" charset="0"/>
              </a:rPr>
              <a:t>1.1 逻辑结束</a:t>
            </a:r>
            <a:endParaRPr lang="zh-CN" altLang="en-US" sz="3600" b="1" kern="10">
              <a:ln w="19050">
                <a:solidFill>
                  <a:schemeClr val="bg1"/>
                </a:solidFill>
                <a:round/>
              </a:ln>
              <a:gradFill rotWithShape="1">
                <a:gsLst>
                  <a:gs pos="0">
                    <a:schemeClr val="tx1"/>
                  </a:gs>
                  <a:gs pos="100000">
                    <a:schemeClr val="hlink"/>
                  </a:gs>
                </a:gsLst>
                <a:lin ang="0" scaled="1"/>
              </a:gradFill>
              <a:effectLst>
                <a:outerShdw dist="63500" dir="2212194" algn="ctr" rotWithShape="0">
                  <a:srgbClr val="868686">
                    <a:alpha val="50000"/>
                  </a:srgbClr>
                </a:outerShdw>
              </a:effectLst>
              <a:cs typeface="Arial" panose="020B0604020202090204" pitchFamily="34" charset="0"/>
            </a:endParaRPr>
          </a:p>
        </p:txBody>
      </p:sp>
      <p:sp>
        <p:nvSpPr>
          <p:cNvPr id="67586" name="灯片编号占位符 5"/>
          <p:cNvSpPr txBox="1">
            <a:spLocks noGrp="1" noChangeArrowheads="1"/>
          </p:cNvSpPr>
          <p:nvPr/>
        </p:nvSpPr>
        <p:spPr bwMode="auto">
          <a:xfrm>
            <a:off x="3124200" y="6477000"/>
            <a:ext cx="2133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9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90204" pitchFamily="34" charset="0"/>
              </a:defRPr>
            </a:lvl2pPr>
            <a:lvl3pPr marL="1143000" indent="-228600">
              <a:spcBef>
                <a:spcPct val="20000"/>
              </a:spcBef>
              <a:buClr>
                <a:schemeClr val="tx1"/>
              </a:buClr>
              <a:buFont typeface="Wingdings" panose="05000000000000000000" pitchFamily="2" charset="2"/>
              <a:buChar char="•"/>
              <a:defRPr sz="2400">
                <a:solidFill>
                  <a:schemeClr val="tx1"/>
                </a:solidFill>
                <a:latin typeface="Arial" panose="020B060402020209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9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9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90204" pitchFamily="34" charset="0"/>
              </a:defRPr>
            </a:lvl9pPr>
          </a:lstStyle>
          <a:p>
            <a:pPr algn="ctr" eaLnBrk="1" hangingPunct="1">
              <a:spcBef>
                <a:spcPct val="0"/>
              </a:spcBef>
              <a:buClrTx/>
              <a:buFont typeface="Arial" panose="020B0604020202090204" pitchFamily="34" charset="0"/>
              <a:buNone/>
            </a:pPr>
            <a:fld id="{17AA8C1C-F268-4D30-8EE7-9EE18740143E}" type="slidenum">
              <a:rPr lang="en-US" altLang="zh-CN" sz="1200">
                <a:effectLst>
                  <a:outerShdw blurRad="38100" dist="38100" dir="2700000" algn="tl">
                    <a:srgbClr val="C0C0C0"/>
                  </a:outerShdw>
                </a:effectLst>
                <a:latin typeface="Verdana" panose="020B0804030504040204" pitchFamily="34" charset="0"/>
              </a:rPr>
              <a:t>62</a:t>
            </a:fld>
            <a:endParaRPr lang="en-US" altLang="zh-CN" sz="1200">
              <a:effectLst>
                <a:outerShdw blurRad="38100" dist="38100" dir="2700000" algn="tl">
                  <a:srgbClr val="C0C0C0"/>
                </a:outerShdw>
              </a:effectLst>
              <a:latin typeface="Verdana" panose="020B08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8612"/>
                                        </p:tgtEl>
                                        <p:attrNameLst>
                                          <p:attrName>style.visibility</p:attrName>
                                        </p:attrNameLst>
                                      </p:cBhvr>
                                      <p:to>
                                        <p:strVal val="visible"/>
                                      </p:to>
                                    </p:set>
                                    <p:anim calcmode="lin" valueType="num">
                                      <p:cBhvr>
                                        <p:cTn id="7" dur="500" fill="hold"/>
                                        <p:tgtEl>
                                          <p:spTgt spid="68612"/>
                                        </p:tgtEl>
                                        <p:attrNameLst>
                                          <p:attrName>ppt_w</p:attrName>
                                        </p:attrNameLst>
                                      </p:cBhvr>
                                      <p:tavLst>
                                        <p:tav tm="0">
                                          <p:val>
                                            <p:fltVal val="0"/>
                                          </p:val>
                                        </p:tav>
                                        <p:tav tm="100000">
                                          <p:val>
                                            <p:strVal val="#ppt_w"/>
                                          </p:val>
                                        </p:tav>
                                      </p:tavLst>
                                    </p:anim>
                                    <p:anim calcmode="lin" valueType="num">
                                      <p:cBhvr>
                                        <p:cTn id="8" dur="500" fill="hold"/>
                                        <p:tgtEl>
                                          <p:spTgt spid="68612"/>
                                        </p:tgtEl>
                                        <p:attrNameLst>
                                          <p:attrName>ppt_h</p:attrName>
                                        </p:attrNameLst>
                                      </p:cBhvr>
                                      <p:tavLst>
                                        <p:tav tm="0">
                                          <p:val>
                                            <p:fltVal val="0"/>
                                          </p:val>
                                        </p:tav>
                                        <p:tav tm="100000">
                                          <p:val>
                                            <p:strVal val="#ppt_h"/>
                                          </p:val>
                                        </p:tav>
                                      </p:tavLst>
                                    </p:anim>
                                    <p:animEffect transition="in" filter="fade">
                                      <p:cBhvr>
                                        <p:cTn id="9" dur="500"/>
                                        <p:tgtEl>
                                          <p:spTgt spid="6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mple">
  <a:themeElements>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sample 1">
        <a:dk1>
          <a:srgbClr val="1B525F"/>
        </a:dk1>
        <a:lt1>
          <a:srgbClr val="FFFFFF"/>
        </a:lt1>
        <a:dk2>
          <a:srgbClr val="339966"/>
        </a:dk2>
        <a:lt2>
          <a:srgbClr val="DDDDDD"/>
        </a:lt2>
        <a:accent1>
          <a:srgbClr val="C5BA6B"/>
        </a:accent1>
        <a:accent2>
          <a:srgbClr val="669900"/>
        </a:accent2>
        <a:accent3>
          <a:srgbClr val="FFFFFF"/>
        </a:accent3>
        <a:accent4>
          <a:srgbClr val="154550"/>
        </a:accent4>
        <a:accent5>
          <a:srgbClr val="DFD9BA"/>
        </a:accent5>
        <a:accent6>
          <a:srgbClr val="5C8A00"/>
        </a:accent6>
        <a:hlink>
          <a:srgbClr val="E57C4D"/>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191961"/>
        </a:dk1>
        <a:lt1>
          <a:srgbClr val="FFFFFF"/>
        </a:lt1>
        <a:dk2>
          <a:srgbClr val="5D4CDC"/>
        </a:dk2>
        <a:lt2>
          <a:srgbClr val="DDDDDD"/>
        </a:lt2>
        <a:accent1>
          <a:srgbClr val="31B36C"/>
        </a:accent1>
        <a:accent2>
          <a:srgbClr val="0099FF"/>
        </a:accent2>
        <a:accent3>
          <a:srgbClr val="FFFFFF"/>
        </a:accent3>
        <a:accent4>
          <a:srgbClr val="141452"/>
        </a:accent4>
        <a:accent5>
          <a:srgbClr val="ADD6BA"/>
        </a:accent5>
        <a:accent6>
          <a:srgbClr val="008AE7"/>
        </a:accent6>
        <a:hlink>
          <a:srgbClr val="A0963C"/>
        </a:hlink>
        <a:folHlink>
          <a:srgbClr val="A0963C"/>
        </a:folHlink>
      </a:clrScheme>
      <a:clrMap bg1="lt1" tx1="dk1" bg2="lt2" tx2="dk2" accent1="accent1" accent2="accent2" accent3="accent3" accent4="accent4" accent5="accent5" accent6="accent6" hlink="hlink" folHlink="folHlink"/>
    </a:extraClrScheme>
    <a:extraClrScheme>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mple">
  <a:themeElements>
    <a:clrScheme name="1_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fontScheme name="1_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1_sample 1">
        <a:dk1>
          <a:srgbClr val="1B525F"/>
        </a:dk1>
        <a:lt1>
          <a:srgbClr val="FFFFFF"/>
        </a:lt1>
        <a:dk2>
          <a:srgbClr val="339966"/>
        </a:dk2>
        <a:lt2>
          <a:srgbClr val="DDDDDD"/>
        </a:lt2>
        <a:accent1>
          <a:srgbClr val="C5BA6B"/>
        </a:accent1>
        <a:accent2>
          <a:srgbClr val="669900"/>
        </a:accent2>
        <a:accent3>
          <a:srgbClr val="FFFFFF"/>
        </a:accent3>
        <a:accent4>
          <a:srgbClr val="154550"/>
        </a:accent4>
        <a:accent5>
          <a:srgbClr val="DFD9BA"/>
        </a:accent5>
        <a:accent6>
          <a:srgbClr val="5C8A00"/>
        </a:accent6>
        <a:hlink>
          <a:srgbClr val="E57C4D"/>
        </a:hlink>
        <a:folHlink>
          <a:srgbClr val="969696"/>
        </a:folHlink>
      </a:clrScheme>
      <a:clrMap bg1="lt1" tx1="dk1" bg2="lt2" tx2="dk2" accent1="accent1" accent2="accent2" accent3="accent3" accent4="accent4" accent5="accent5" accent6="accent6" hlink="hlink" folHlink="folHlink"/>
    </a:extraClrScheme>
    <a:extraClrScheme>
      <a:clrScheme name="1_sample 2">
        <a:dk1>
          <a:srgbClr val="191961"/>
        </a:dk1>
        <a:lt1>
          <a:srgbClr val="FFFFFF"/>
        </a:lt1>
        <a:dk2>
          <a:srgbClr val="5D4CDC"/>
        </a:dk2>
        <a:lt2>
          <a:srgbClr val="DDDDDD"/>
        </a:lt2>
        <a:accent1>
          <a:srgbClr val="31B36C"/>
        </a:accent1>
        <a:accent2>
          <a:srgbClr val="0099FF"/>
        </a:accent2>
        <a:accent3>
          <a:srgbClr val="FFFFFF"/>
        </a:accent3>
        <a:accent4>
          <a:srgbClr val="141452"/>
        </a:accent4>
        <a:accent5>
          <a:srgbClr val="ADD6BA"/>
        </a:accent5>
        <a:accent6>
          <a:srgbClr val="008AE7"/>
        </a:accent6>
        <a:hlink>
          <a:srgbClr val="A0963C"/>
        </a:hlink>
        <a:folHlink>
          <a:srgbClr val="A0963C"/>
        </a:folHlink>
      </a:clrScheme>
      <a:clrMap bg1="lt1" tx1="dk1" bg2="lt2" tx2="dk2" accent1="accent1" accent2="accent2" accent3="accent3" accent4="accent4" accent5="accent5" accent6="accent6" hlink="hlink" folHlink="folHlink"/>
    </a:extraClrScheme>
    <a:extraClrScheme>
      <a:clrScheme name="1_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ample">
  <a:themeElements>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sample 1">
        <a:dk1>
          <a:srgbClr val="1B525F"/>
        </a:dk1>
        <a:lt1>
          <a:srgbClr val="FFFFFF"/>
        </a:lt1>
        <a:dk2>
          <a:srgbClr val="339966"/>
        </a:dk2>
        <a:lt2>
          <a:srgbClr val="DDDDDD"/>
        </a:lt2>
        <a:accent1>
          <a:srgbClr val="C5BA6B"/>
        </a:accent1>
        <a:accent2>
          <a:srgbClr val="669900"/>
        </a:accent2>
        <a:accent3>
          <a:srgbClr val="FFFFFF"/>
        </a:accent3>
        <a:accent4>
          <a:srgbClr val="154550"/>
        </a:accent4>
        <a:accent5>
          <a:srgbClr val="DFD9BA"/>
        </a:accent5>
        <a:accent6>
          <a:srgbClr val="5C8A00"/>
        </a:accent6>
        <a:hlink>
          <a:srgbClr val="E57C4D"/>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191961"/>
        </a:dk1>
        <a:lt1>
          <a:srgbClr val="FFFFFF"/>
        </a:lt1>
        <a:dk2>
          <a:srgbClr val="5D4CDC"/>
        </a:dk2>
        <a:lt2>
          <a:srgbClr val="DDDDDD"/>
        </a:lt2>
        <a:accent1>
          <a:srgbClr val="31B36C"/>
        </a:accent1>
        <a:accent2>
          <a:srgbClr val="0099FF"/>
        </a:accent2>
        <a:accent3>
          <a:srgbClr val="FFFFFF"/>
        </a:accent3>
        <a:accent4>
          <a:srgbClr val="141452"/>
        </a:accent4>
        <a:accent5>
          <a:srgbClr val="ADD6BA"/>
        </a:accent5>
        <a:accent6>
          <a:srgbClr val="008AE7"/>
        </a:accent6>
        <a:hlink>
          <a:srgbClr val="A0963C"/>
        </a:hlink>
        <a:folHlink>
          <a:srgbClr val="A0963C"/>
        </a:folHlink>
      </a:clrScheme>
      <a:clrMap bg1="lt1" tx1="dk1" bg2="lt2" tx2="dk2" accent1="accent1" accent2="accent2" accent3="accent3" accent4="accent4" accent5="accent5" accent6="accent6" hlink="hlink" folHlink="folHlink"/>
    </a:extraClrScheme>
    <a:extraClrScheme>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ample">
  <a:themeElements>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sample 1">
        <a:dk1>
          <a:srgbClr val="1B525F"/>
        </a:dk1>
        <a:lt1>
          <a:srgbClr val="FFFFFF"/>
        </a:lt1>
        <a:dk2>
          <a:srgbClr val="339966"/>
        </a:dk2>
        <a:lt2>
          <a:srgbClr val="DDDDDD"/>
        </a:lt2>
        <a:accent1>
          <a:srgbClr val="C5BA6B"/>
        </a:accent1>
        <a:accent2>
          <a:srgbClr val="669900"/>
        </a:accent2>
        <a:accent3>
          <a:srgbClr val="FFFFFF"/>
        </a:accent3>
        <a:accent4>
          <a:srgbClr val="154550"/>
        </a:accent4>
        <a:accent5>
          <a:srgbClr val="DFD9BA"/>
        </a:accent5>
        <a:accent6>
          <a:srgbClr val="5C8A00"/>
        </a:accent6>
        <a:hlink>
          <a:srgbClr val="E57C4D"/>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191961"/>
        </a:dk1>
        <a:lt1>
          <a:srgbClr val="FFFFFF"/>
        </a:lt1>
        <a:dk2>
          <a:srgbClr val="5D4CDC"/>
        </a:dk2>
        <a:lt2>
          <a:srgbClr val="DDDDDD"/>
        </a:lt2>
        <a:accent1>
          <a:srgbClr val="31B36C"/>
        </a:accent1>
        <a:accent2>
          <a:srgbClr val="0099FF"/>
        </a:accent2>
        <a:accent3>
          <a:srgbClr val="FFFFFF"/>
        </a:accent3>
        <a:accent4>
          <a:srgbClr val="141452"/>
        </a:accent4>
        <a:accent5>
          <a:srgbClr val="ADD6BA"/>
        </a:accent5>
        <a:accent6>
          <a:srgbClr val="008AE7"/>
        </a:accent6>
        <a:hlink>
          <a:srgbClr val="A0963C"/>
        </a:hlink>
        <a:folHlink>
          <a:srgbClr val="A0963C"/>
        </a:folHlink>
      </a:clrScheme>
      <a:clrMap bg1="lt1" tx1="dk1" bg2="lt2" tx2="dk2" accent1="accent1" accent2="accent2" accent3="accent3" accent4="accent4" accent5="accent5" accent6="accent6" hlink="hlink" folHlink="folHlink"/>
    </a:extraClrScheme>
    <a:extraClrScheme>
      <a:clrScheme name="sample 3">
        <a:dk1>
          <a:srgbClr val="17347D"/>
        </a:dk1>
        <a:lt1>
          <a:srgbClr val="FFFFFF"/>
        </a:lt1>
        <a:dk2>
          <a:srgbClr val="3366CC"/>
        </a:dk2>
        <a:lt2>
          <a:srgbClr val="DDDDDD"/>
        </a:lt2>
        <a:accent1>
          <a:srgbClr val="77B7E7"/>
        </a:accent1>
        <a:accent2>
          <a:srgbClr val="45AB7D"/>
        </a:accent2>
        <a:accent3>
          <a:srgbClr val="FFFFFF"/>
        </a:accent3>
        <a:accent4>
          <a:srgbClr val="122B6A"/>
        </a:accent4>
        <a:accent5>
          <a:srgbClr val="BDD8F1"/>
        </a:accent5>
        <a:accent6>
          <a:srgbClr val="3E9B71"/>
        </a:accent6>
        <a:hlink>
          <a:srgbClr val="9999FF"/>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顶级ppt模版1</Template>
  <TotalTime>70</TotalTime>
  <Words>2205</Words>
  <Application>Microsoft Macintosh PowerPoint</Application>
  <PresentationFormat>全屏显示(4:3)</PresentationFormat>
  <Paragraphs>430</Paragraphs>
  <Slides>62</Slides>
  <Notes>16</Notes>
  <HiddenSlides>0</HiddenSlides>
  <MMClips>0</MMClips>
  <ScaleCrop>false</ScaleCrop>
  <HeadingPairs>
    <vt:vector size="8" baseType="variant">
      <vt:variant>
        <vt:lpstr>已用的字体</vt:lpstr>
      </vt:variant>
      <vt:variant>
        <vt:i4>10</vt:i4>
      </vt:variant>
      <vt:variant>
        <vt:lpstr>主题</vt:lpstr>
      </vt:variant>
      <vt:variant>
        <vt:i4>4</vt:i4>
      </vt:variant>
      <vt:variant>
        <vt:lpstr>嵌入 OLE 服务器</vt:lpstr>
      </vt:variant>
      <vt:variant>
        <vt:i4>2</vt:i4>
      </vt:variant>
      <vt:variant>
        <vt:lpstr>幻灯片标题</vt:lpstr>
      </vt:variant>
      <vt:variant>
        <vt:i4>62</vt:i4>
      </vt:variant>
    </vt:vector>
  </HeadingPairs>
  <TitlesOfParts>
    <vt:vector size="78" baseType="lpstr">
      <vt:lpstr>等线</vt:lpstr>
      <vt:lpstr>宋体</vt:lpstr>
      <vt:lpstr>Euclid</vt:lpstr>
      <vt:lpstr>Arial</vt:lpstr>
      <vt:lpstr>Arial Black</vt:lpstr>
      <vt:lpstr>Cambria Math</vt:lpstr>
      <vt:lpstr>Symbol</vt:lpstr>
      <vt:lpstr>Times New Roman</vt:lpstr>
      <vt:lpstr>Verdana</vt:lpstr>
      <vt:lpstr>Wingdings</vt:lpstr>
      <vt:lpstr>sample</vt:lpstr>
      <vt:lpstr>1_sample</vt:lpstr>
      <vt:lpstr>2_sample</vt:lpstr>
      <vt:lpstr>3_sample</vt:lpstr>
      <vt:lpstr>Word.Document.8</vt:lpstr>
      <vt:lpstr>Document</vt:lpstr>
      <vt:lpstr>离散数学</vt:lpstr>
      <vt:lpstr>课程安排</vt:lpstr>
      <vt:lpstr>PowerPoint 演示文稿</vt:lpstr>
      <vt:lpstr>目录</vt:lpstr>
      <vt:lpstr>PowerPoint 演示文稿</vt:lpstr>
      <vt:lpstr>命题逻辑（§1.1）</vt:lpstr>
      <vt:lpstr>自然语言命题</vt:lpstr>
      <vt:lpstr>自然语言命题示例</vt:lpstr>
      <vt:lpstr>练习</vt:lpstr>
      <vt:lpstr>练习</vt:lpstr>
      <vt:lpstr>练习</vt:lpstr>
      <vt:lpstr>练习</vt:lpstr>
      <vt:lpstr>练习</vt:lpstr>
      <vt:lpstr>示例 </vt:lpstr>
      <vt:lpstr>否定操作符</vt:lpstr>
      <vt:lpstr>合取运算符</vt:lpstr>
      <vt:lpstr>合取真值表</vt:lpstr>
      <vt:lpstr>析取操作符</vt:lpstr>
      <vt:lpstr>析取真值表</vt:lpstr>
      <vt:lpstr>异或运算符</vt:lpstr>
      <vt:lpstr>异或真值表</vt:lpstr>
      <vt:lpstr>测试你对两种析取类型的理解</vt:lpstr>
      <vt:lpstr>测试你对两种析取类型的理解</vt:lpstr>
      <vt:lpstr>练习</vt:lpstr>
      <vt:lpstr>PowerPoint 演示文稿</vt:lpstr>
      <vt:lpstr>蕴含运算符</vt:lpstr>
      <vt:lpstr>蕴含真值表</vt:lpstr>
      <vt:lpstr>蕴含真值表</vt:lpstr>
      <vt:lpstr>蕴含真值表</vt:lpstr>
      <vt:lpstr>真实语句中的蕴含关系</vt:lpstr>
      <vt:lpstr>中文的蕴含 p  q</vt:lpstr>
      <vt:lpstr>练习</vt:lpstr>
      <vt:lpstr>练习</vt:lpstr>
      <vt:lpstr>练习</vt:lpstr>
      <vt:lpstr>反义词</vt:lpstr>
      <vt:lpstr>PowerPoint 演示文稿</vt:lpstr>
      <vt:lpstr>练习</vt:lpstr>
      <vt:lpstr>但我们不是在学习语言</vt:lpstr>
      <vt:lpstr>但我们不是在学习语言</vt:lpstr>
      <vt:lpstr>双向蕴含真值表</vt:lpstr>
      <vt:lpstr>考虑...</vt:lpstr>
      <vt:lpstr>布尔运算摘要</vt:lpstr>
      <vt:lpstr>一些常用布尔运算符</vt:lpstr>
      <vt:lpstr>PowerPoint 演示文稿</vt:lpstr>
      <vt:lpstr>逻辑操作符的优先级</vt:lpstr>
      <vt:lpstr>一些替代符号</vt:lpstr>
      <vt:lpstr>示例 </vt:lpstr>
      <vt:lpstr>例 5：语言处理的语句</vt:lpstr>
      <vt:lpstr>练习</vt:lpstr>
      <vt:lpstr>例 6：逻辑和位操作</vt:lpstr>
      <vt:lpstr>PowerPoint 演示文稿</vt:lpstr>
      <vt:lpstr>示例 1</vt:lpstr>
      <vt:lpstr>示例 2</vt:lpstr>
      <vt:lpstr>示例 3</vt:lpstr>
      <vt:lpstr>示例 4：语言处理的语句</vt:lpstr>
      <vt:lpstr>例 5：语言处理的语句</vt:lpstr>
      <vt:lpstr>练习</vt:lpstr>
      <vt:lpstr>PowerPoint 演示文稿</vt:lpstr>
      <vt:lpstr>示例 1：逻辑谜题</vt:lpstr>
      <vt:lpstr>比赛名次预测</vt:lpstr>
      <vt:lpstr>比赛名次预测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keywords>, docId:AB594A43115F754E146CF357597EAAF9</cp:keywords>
  <cp:lastModifiedBy>Ying Su</cp:lastModifiedBy>
  <cp:revision>227</cp:revision>
  <dcterms:created xsi:type="dcterms:W3CDTF">2026-08-30T07:14:55Z</dcterms:created>
  <dcterms:modified xsi:type="dcterms:W3CDTF">2026-09-01T04:47:44Z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2052-12.1.28492.28492</vt:lpwstr>
  </property>
  <property fmtid="{D5CDD505-2E9C-101B-9397-08002B2CF9AE}" pid="4" name="ICV">
    <vt:lpwstr>DCA0D24625098ABCF9FBEB642D9B3563_43</vt:lpwstr>
  </property>
</Properties>
</file>